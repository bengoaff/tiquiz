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Exploiter les popquiz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 au pic d'attention de tes vidéos.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le quiz incrusté dans une vidéo pour capter au moment où les gens sont le plus accrochés.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format que personne ne propose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bases : cuepoints et embed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qui remplace un webinaire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si ton quiz vivait DANS ta vidéo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popquiz, c'est un quiz incrusté directement dans une vidéo. Un format que presque personne ne propose.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lieu d'envoyer les gens vers un quiz à côté, tu captures pile au moment où ils sont scotchés à ta vidéo.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usages peuvent te faire gagner des heures : le cliffhanger, et le webinaire automatique. On voit les deux.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popquiz, c'est quoi exactement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un point d'arrêt (un « cuepoint ») placé dans ta vidéo : à un moment choisi, un quiz apparaît par-dessus l'image.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en mettre plusieurs sur une même vidéo, et choisir s'ils sont bloquants (on doit répondre pour continuer) ou optionnels.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tu peux l'embarquer (l'embed) sur n'importe quel site ou page. La vidéo et le quiz voyagent ensemble.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 : capte au pic de tension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places un quiz bloquant juste avant la révélation clé de ta vidéo, le moment que tout le monde attend.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avoir la suite, le spectateur doit répondre, donc laisser son email. Tu captures au pic exact d'attention.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moment où l'envie de savoir est la plus forte : le taux de capture explose, parce qu'on ne s'arrête pas si près du but.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qui remplace un webinaire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Prends ta meilleure vidéo de valeur, celle qui convainc le plus, et incruste ton quiz à son moment fort.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obtiens l'effet d'un webinaire (du contenu qui capture et qui vend), mais sans live, 24h/24, en automatique.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la présence est de 100% : comme c'est asynchrone, personne ne « rate » la session. Chacun la vit à fond, quand il veut.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présence à ton « webinaire » popquiz : comme c'est asynchrone, personne ne le rate, là où un live perd souvent plus de la moitié des inscrits.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Constat : présence des webinaires live souvent sous 50%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popquiz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popquiz, c'est un quiz incrusté dans une vidéo : un format rare.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placer plusieurs cuepoints, bloquants ou optionnels.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 capture au pic d'attention, avant la révélation.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vidéo de valeur + popquiz = un webinaire automatique, 24h/24.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vidéo monte en tension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avant la révélation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bloquant apparaît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personne laisse son mail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 la suite, tu as le lead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captures pile quand l'envie de savoir est au maximum.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coupes ta vidéo juste avant le moment clé avec un quiz bloquant qui demande l'email.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L'envie de connaître la suite est plus forte que la flemme de laisser son email. Tu captures au sommet de la tension.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technique des séries qui te coupent à la fin d'un épisode : impossible de ne pas vouloir la 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le moment le plus attendu de ta meilleure vidéo, et place un popquiz bloquant juste avant.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ta vidéo « les 3 erreurs qui tuent tes ventes », juste avant l'erreur n°3 (la pire), le popquiz apparaît : « Réponds pour débloquer l'erreur n°3 ». Personne ne lâche si près du but. Tu captures à fond.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webinaire automatique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incrustes ton quiz dans ta meilleure vidéo de valeur, et tu la laisses tourner en boucle.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l'effet d'un webinaire (contenu fort qui capture et vend) sans refaire un live à chaque fois. Ça travaille pendant que tu dors.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marques qui « evergreenisent » leur webinaire vendent en continu, sans rejouer la session.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Prends ta vidéo qui convainc le mieux, incruste le quiz au moment fort, et mets-la sur une page dédiée.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webinaire automatique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masterclass de 30 min capture des leads chaque jour : au pic, le popquiz récolte les emails, et la fin oriente vers ton offre. Tu l'as enregistrée une fois, elle vend toute l'année.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le popquiz à la fin de la vidéo, quand l'attention est déjà retombée et que les gens sont partis.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Place-le au pic d'attention, juste avant le moment le plus attendu. C'est là que les gens acceptent de laisser leur email.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 popquiz est un quiz incrusté dans une vidéo, un format rare.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placer plusieurs cuepoints, bloquants ou optionnels, et l'embarquer.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capter au pic avec le cliffhanger.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transformer ta meilleure vidéo en webinaire automatique.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Placer plusieurs cuepoints sur une vidéo dans Tiquiz, et montrer l'embed.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ta meilleure vidéo de valeur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son moment le plus attendu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un popquiz bloquant juste avant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Embarque la vidéo sur une page dédiée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il reste les parcours de promo par réseau : Facebook, Instagram, LinkedIn, et plus.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2026-06-19T12:31:45Z</dcterms:created>
  <dcterms:modified xsi:type="dcterms:W3CDTF">2026-06-19T12:31:45Z</dcterms:modified>
</cp:coreProperties>
</file>