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Exploiter les sondages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Connaître ta cible mieux que tes concurrents.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un sondage pour parler à ta cible avec ses mots, et nourrir ton contenu et tes offres.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sondage, petit frère du quiz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 pré-quiz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Faire parler l'ensemble des réponses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flywheel de données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devines ce que veut ta cible ? Demande-lui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plupart des créateurs inventent ce que veut leur audience, dans leur tête. Et passent à côté.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sondage, c'est le petit frère discret du quiz : pas de résultat fun, juste des questions pour récolter la vérité de ta cible.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Bien utilisé, il te fait connaître ton audience mieux que tes concurrents, et te donne des idées de contenu et d'offres que tu n'aurais jamais trouvées seul.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Sondage ou quiz : quelle différence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quiz donne un résultat à la personne (son profil, son score). C'est un aimant à leads, fun et viral.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sondage, lui, te sert TOI : il récolte des réponses pour que tu comprennes ta cible. Le bénéfice est pour toi, pas pour le répondant.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deux se font dans Tiquiz. Le quiz attire et capte ; le sondage écoute et informe. Ils se complètent.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 pré-quiz : reprends leurs mots, à la source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 de créer ou d'améliorer un quiz, lance un court sondage à ton audience : ses douleurs, ses envies, ses mots exacts.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construis ensuite un quiz, et des offres, qui sonnent parfaitement juste, parce qu'ils sont écrits AVEC leurs mots.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ne devines plus : tu reprends, en masse et à la source, ce qu'ils t'ont dit eux-mêmes.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Faire parler l'ensemble, et le transformer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réponse, c'est anecdotique. 300 réponses, c'est de l'or : des tendances, des segments, le blocage n°1 qui revient.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L'analyse IA de Tiquiz (plans supérieurs) sort ces tendances pour toi, sans que tu épluches tout à la main.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flywheel : tes réponses nourrissent ton contenu (un post par statistique), ton autorité (« j'ai sondé 300 personnes ») et ta prochaine offre (le blocage qui ressort le plus).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M$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générés avec la méthode ASK de Ryan Levesque, entièrement bâtie sur des sondages qui font parler la cible avant de créer.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Ask, Ryan Levesque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4 réflexes sondage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 te sert TOI : il récolte la vérité de ta cible.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Sonde avant de créer, pour écrire avec leurs mots exacts.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l'ensemble des réponses qui parle, pas une seule.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réponse devient du contenu, de l'autorité, une offre.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flywheel de données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lances un sondage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cible livre ses mots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sors des tendances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crées du contenu juste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de monde répond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tu écoutes, plus tu vises juste. Et ça tourne tout seul.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 pré-quiz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 de lancer un quiz, tu envoies un court sondage pour récolter les mots exacts de ta cible.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écrit avec LEURS mots sonne juste et convertit fort. Tu ne devines plus, tu reprends ce qu'ils t'ont dit.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Ryan Levesque a bâti un business à 100 millions sur ce principe : demander d'abord, créer ensuite.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 un sondage de 3 questions à ta liste cette semaine, et note les formulations qui reviennent.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 pré-quiz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demandes « C'est quoi ton plus gros blocage pour lancer ton offre ? ». 80 personnes répondent « je n'ose pas me lancer ». Tu construis un quiz « Qu'est-ce qui t'empêche de lancer ton offre ? » avec leurs mots. Ça leur parle direct.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réponse = un contenu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statistique ou phrase forte de ton sondage devient un contenu : post, article, vidéo.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 chiffres te donnent de l'autorité (« j'ai sondé 300 personnes, voici ce qui ressort ») et des sujets que ta cible veut vraiment.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newsletters et marques qui sondent leur audience ne manquent jamais d'idées : leur public écrit leurs sujets.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 le résultat le plus surprenant de ton sondage en un post cette semaine.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réponse = un contenu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sondage révèle que 7 personnes sur 10 abandonnent leur quiz par peur d'être jugées. Tu en fais un post « La vraie raison pour laquelle ton audience ne finit pas tes quiz ». Engagement énorme, parce que c'est leur vérité.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Inventer ce que veut ton audience depuis ton bureau, et créer un quiz ou une offre dans le vide.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Demande d'abord. Un sondage court te donne leurs vrais mots, et tu crées du sur-mesure au lieu de deviner.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le sondage te sert TOI : il récolte la vérité de ta cible.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sonder avant de créer, pour écrire avec leurs mots.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l'analyse IA sort les tendances de l'ensemble pour toi.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transformer chaque réponse en contenu, autorité, offre.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un sondage dans Tiquiz et lancer l'analyse IA sur les réponses.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3 questions de sondage pour ta cible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Lance-le à ta liste ou ta communauté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Repère les mots et blocages qui reviennent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 le plus surprenant en un contenu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BONUS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Dernier de cette série : exploiter les popquiz.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2026-06-19T12:31:45Z</dcterms:created>
  <dcterms:modified xsi:type="dcterms:W3CDTF">2026-06-19T12:31:45Z</dcterms:modified>
</cp:coreProperties>
</file>