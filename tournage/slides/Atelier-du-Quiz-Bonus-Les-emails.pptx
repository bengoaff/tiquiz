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emails qui transforment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capte les emails. Ce sont tes campagnes qui les transforment en clients.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Écrire les bonnes campagnes email pour transformer tes leads de quiz en clients, profil par profil.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l'email change tout après le 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campagnes par profil : Know, Like, Trust, Challenge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campagne de promo pour lancer ton quiz sur ta liste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L'email post-partage qui livre le bonus viral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Capter un email, ce n'est que le début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capte des emails. Mais un email dans une liste ne rapporte rien tant que tu ne lui écris pas.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l'email qui construit la relation, installe la confiance et amène la vente. Le quiz ouvre la porte, l'email fait entrer.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comme ton quiz range déjà les gens par profil (grâce aux tags), tu peux envoyer exactement le bon message à chacun.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Know, Like, Trust, Challenge : le chemin vers la vente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n'achète pas à un inconnu. Avant d'acheter, une personne passe par 4 étapes, et tes emails les lui font franchir une par une.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(te connaître) : elle sait qui tu es et ce que tu fais. Like (t'apprécier) : elle accroche à ta façon d'être et à ton histoire. Trust (te faire confiance) : elle voit que tu sais de quoi tu parles, preuves à l'appui.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(l'inciter à agir) : tu la pousses gentiment à passer le pas et à acheter. Chaque email vise UNE de ces étapes, dans l'ordre.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campagnes par profil : à chacun son message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a donné un profil (ou un niveau) à chaque personne, et l'a taguée dans Systeme.io. Tu peux donc écrire une campagne différente par profil.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: un débutant et un avancé n'ont ni les mêmes peurs, ni les mêmes besoins, ni la même offre. Le même email pour tous tombe à plat.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but : parler si juste que chacun se dit « c'est exactement ma situation ». Un message ciblé vend bien plus qu'un message pour tout le monde.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construire une campagne par profil (le déroulé)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1, Know + Like : tu accueilles, tu confirmes son profil, tu racontes ton histoire liée à SA situation. Elle te découvre et t'apprécie.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 2 et 3, Trust : tu donnes de la valeur utile (un conseil, un cas concret, une preuve) qui règle un petit problème de son profil. Elle voit que tu sais.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4, Challenge : tu proposes l'offre qui colle à son profil, avec un appel clair à l'action. Elle est prête, parce que tu l'as amenée là, étape par étape.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campagne de promo : lancer ton quiz sur ta liste actuelle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déjà une liste d'emails ? C'est ta source de trafic la plus chaude pour lancer ton quiz : ces gens te connaissent déjà.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Envoie une petite campagne de 2-3 emails : le 1er pique la curiosité (« j'ai un truc pour toi »), le 2e explique le bénéfice du quiz, le 3e relance ceux qui n'ont pas cliqué.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but : un maximum de ta liste fait le quiz, se fait taguer par profil, et entre dans tes campagnes ciblées. Tu réactives ta liste ET tu la segmentes d'un coup.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L'email post-partage : livrer le bonus viral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Souviens-toi du partage viral : la personne partage ton quiz une fois pour débloquer un bonus. Cet email, c'est celui qui lui livre ce bonus.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le déclenches sur le tag « a partagé » (posé par Tiquiz). Objet clair : « Voici ton bonus, merci d'avoir partagé ». Dans l'email, un bouton vers le bonus.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mets jamais le bonus en pièce jointe (ça part en spam) : mets un lien de téléchargement ou une page d'accès. Et profites-en pour glisser un 2e appel, car elle vient de te rendre service.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36 €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retour moyen pour 1€ investi en email marketing. Aucun autre canal ne fait mieux : ta liste, c'est ton actif n°1.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DMA / Litmus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réflexes email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email par étape : Know, Like, Trust, puis Challenge.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une campagne par profil : à chacun son message et son offre.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 ta liste actuelle pour la faire passer sur ton quiz.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Livre le bonus de partage par email, via un lien (jamais en pièce jointe).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l'email capté au client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tague par profil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Know + Like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 Trust (valeur)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Challenge (offre)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achète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email fait franchir une marche. On ne saute aucune étape.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premier email en moins d'une minute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premier email part automatiquement dans la minute qui suit le quiz, tant que la personne est encore chaude.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L'attention retombe vite. Un email qui arrive tout de suite, quand ton nom est encore frais, est ouvert bien plus souvent.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meilleurs tunnels envoient l'email de résultat instantanément : c'est la règle d'or de la capture.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Systeme.io, règle ta campagne pour partir dès le tag posé, sans délai. Le 1er email tombe pendant qu'elle regarde encore son résultat.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premier email en moins d'une minute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Julie finit ton quiz, profil « Ambitieuse pressée ». 30 secondes après, elle reçoit « Julie, voici ce que ton profil dit de toi (et quoi faire cette semaine) ». Elle ouvre direct : tu existes déjà dans sa tête.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L'objet qui reprend le profil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mets le profil (et le prénom) dans l'objet de tes emails : « Julie, en tant que Stratège, voici... ».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ouvre ce qui nous décrit. Voir son prénom ET son profil dans l'objet, c'est presque impossible à ignorer.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marques à quiz explosent leurs taux d'ouverture en personnalisant par le résultat, pas juste par le prénom.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 le prénom et le tag de profil de Tiquiz dans tes objets et tes premières lignes.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L'objet qui reprend le profil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 : « Marc, le piège n°1 des Perfectionnistes (et comment l'éviter) ». Marc est « Perfectionniste » d'après le quiz. Il ouvre, parce que c'est littéralement lui.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campagne de réactivation par le quiz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envoies ton quiz aux abonnés endormis de ta liste (ceux qui n'ouvrent plus) comme prétexte pour reprendre contact.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fun réveille les curieux mieux qu'un énième email de vente. Et ceux qui le font se re-taguent et redeviennent actifs.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Réengager un ancien abonné coûte bien moins cher que d'en trouver un nouveau : le quiz est le réveil parfait.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les inactifs des 3 derniers mois, et envoie-leur une campagne « ça fait longtemps, découvre ton profil ».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campagne de réactivation par le quiz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500 abonnés qui n'ouvrent plus rien. Tu leur envoies « On ne s'est pas parlé depuis un moment... tu es toujours le même type d'entrepreneur ? Fais le test. » 120 rouvrent, refont le quiz, et repartent dans tes campagnes.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Envoyer le même email à toute ta liste, débutants et experts confondus, et enchaîner direct sur la vente.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 par profil grâce aux tags du quiz, donne de la valeur d'abord (Know, Like, Trust), et vends seulement après (Challenge).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qu'un email capté ne rapporte rien tant que tu n'écris pas.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construire une campagne par profil : Know, Like, Trust, Challenge.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relancer ta liste actuelle pour la faire passer sur ton quiz.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livrer le bonus de partage par email, via un lien.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une campagne par profil dans Systeme.io, déclenchée par le tag du quiz, et régler l'email post-partage sur le tag « a partagé ».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une campagne de 4 emails pour un profil (Know, Like, Trust, Challenge)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Prépare 2-3 emails pour lancer ton quiz sur ta liste actuelle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l'email post-partage avec le lien du bonus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 chaque campagne sur le bon tag dans Systeme.io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maintenant tout le système : le quiz capte, et tes emails transforment.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2026-07-09T14:35:12Z</dcterms:created>
  <dcterms:modified xsi:type="dcterms:W3CDTF">2026-07-09T14:35:12Z</dcterms:modified>
</cp:coreProperties>
</file>