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Vendre avec un quiz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page de résultat devient ta page de vente, sans forcer.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Transformer tes leads en clients grâce à ta page de résultat, sans agressivité.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quiz diagnostique, toi tu prescris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page de résultat = ta page de vente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3 façons de vendre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coupons déclenchés par le quiz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Capter, c'est la moitié du chemin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capter des leads. Mais un lead qui n'achète jamais ne paie pas tes factures.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Bonne nouvelle : ton quiz a déjà fait le plus dur. Il a posé un diagnostic. La personne arrive en sachant qu'elle a un problème.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 coup tu ne « vends » pas : tu prescris la solution à un problème qu'elle a reconnu elle-même. Zéro résistance.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diagnostic, puis l'ordonnance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un médecin te dit ce que tu as, tu ne te braques pas quand il te donne le remède. C'est logique, tu l'as demandé.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quiz fait pareil : il nomme le problème de la personne. Comme elle a conclu toute seule, elle ne résiste pas à ta solution. C'est l'anti-réactance.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règle : on donne d'abord de la valeur, et la vente devient une suite logique, pas une agression.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page de résultat = ta page de vente (en 4 temps)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miroir : « voici où tu en es, [profil] ». La personne se reconnaît tout de suite.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cause cachée : « voici pourquoi tu bloques, et ce n'est pas ta faute ». Tu enlèves la culpabilité.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chemin, puis le pont : « voici ce qu'un [profil] doit faire », puis « le plus rapide pour y arriver, c'est ça » vers ton offre.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3 façons de vendre (choisis-en une)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lien direct sur la page de résultat : un bouton vers l'offre adaptée au profil. Le plus simple pour démarrer.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L'email de vente déclenché par le tag du résultat : ta séquence part toute seule (voir tes séquences email).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 gratuite puis vente : tu donnes d'abord, tu vends ensuite. Le plus doux, et le plus éthique.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coupons déclenchés par le quiz (le levier sous-exploité)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coupon-récompense : la page de résultat débloque un code perso (« ton profil te donne -20% sur X »). Une raison d'acheter maintenant, sans fausse urgence.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coupon par profil : un code différent selon le résultat. Bonus : tu vois ensuite quel profil achète le plus.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coupon de partage : partager le quiz débloque un code. Double effet, viralité plus vente. Et si une promo expire vraiment, dis-le : jamais de faux compte à rebours.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964 %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retour sur ses emails pour Beardbrand, parce que chaque message tombait pile sur le bon profil. Quand c'est ciblé, ça vend.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étude de cas Beardbrand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4 réflexes pour vendre avec un quiz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quiz diagnostique, donc tu prescris : zéro agressivité.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Construis ta page de résultat en 4 temps, jusqu'à ton offre.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L'aiguilleur : chaque profil pointe vers l'offre qui lui correspond.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coupon-récompense honnête donne une raison d'acheter maintenant.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 résultat à la vente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 voit son profil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nommes sa cause cachée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montres le chemin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proposes l'offre adaptée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 achète sans résistance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n'as pas vendu. Tu as prescrit ce qu'elle est venue chercher.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L'aiguilleur de ventes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résultat de quiz pointe vers l'offre faite pour ce profil-là, pas une offre unique pour tous.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offre qui colle pile au problème de la personne se vend bien mieux qu'une offre générale. Le bon produit, à la bonne personne.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ce que font les quiz de recommandation des grandes marques : ils t'envoient vers LE produit fait pour toi.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chaque résultat, choisis l'offre la plus adaptée : découverte pour le débutant, accompagnement pour l'avancé.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L'aiguilleur de ventes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quiz a 3 profils. Le « Débutant » voit ton mini-cours à 27€. L'« Intermédiaire » voit ton programme à 197€. L'« Avancé » voit ton accompagnement. Chacun voit l'offre qu'il est prêt à acheter.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coupon-récompense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la fin du quiz, la page de résultat débloque un code promo personnalisé pour la personne.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code « gagné » donne une raison d'acheter maintenant, et l'effet « c'est pour moi » pousse à l'action, sans fausse urgence.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e-commerces à quiz font ça en masse : « ton profil te donne -15% », et les ventes grimpent le jour même.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un code dans Systeme.io et affiche-le sur la page de résultat, relié à l'offre du profil.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coupon-récompense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Bravo, profil Stratège ! Voici ton code STRATEGE20 pour -20% sur le programme, valable 72h pour de vrai. » La personne vient de se reconnaître, elle a un cadeau et une bonne raison : elle achète.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 gratuite, puis vente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Après le quiz, tu envoies d'abord du contenu utile et gratuit, puis tu proposes ton offre.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tu as déjà aidé pour de vrai, ton offre devient évidente, pas intrusive. On achète à ceux qui nous ont déjà fait avancer.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le principe de réciprocité : donne d'abord, et les gens veulent te rendre la pareille.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Prépare 2-3 emails de valeur liés au profil, puis un email d'offre. Tes séquences le font automatiquement.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 gratuite, puis vente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 « Débutant » : jour 1 un conseil utile, jour 3 un mini-tuto, jour 5 « si tu veux aller plus vite, voici mon kit ». Au jour 5, la personne te fait déjà confiance. La vente coule de source.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Vendre comme un bourrin dès le résultat : fausse urgence, faux compte à rebours, « achète vite ». Ça fait fuir et ça casse la confiance.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Laisse le diagnostic faire le travail. Donne de la valeur, propose clairement, reste honnête sur tes promos. La confiance vend mieux que la pression.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le quiz diagnostique, et que toi tu prescris, sans agresser.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construire ta page de résultat en 4 temps jusqu'à l'offre.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connais les 3 façons de vendre, et l'aiguilleur par profil.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utiliser les coupons déclenchés par le quiz, honnêtement.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Construire une page de résultat en 4 temps et brancher un coupon relié à ton offre Systeme.io.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ta page de résultat en 4 temps pour un profil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Choisis UNE façon de vendre pour commencer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Relie chaque profil à l'offre qui lui correspond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un coupon-récompense honnête dans Systeme.io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BONUS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Encore deux bonus : exploiter les sondages, et les popquiz.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2026-06-19T12:31:45Z</dcterms:created>
  <dcterms:modified xsi:type="dcterms:W3CDTF">2026-06-19T12:31:45Z</dcterms:modified>
</cp:coreProperties>
</file>