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Bienvenue dans la boucle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apprends à faire un quiz... en faisant un quiz.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le concept du quizing, et démarrer : ton engagement et ton compte Tiquiz.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quoi un quizing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l'Atelier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repars avec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engagement et ton compte Tiquiz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les formations classiques ne marchent pas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achètes 12h de vidéo. Tu en regardes 2. Tu n'appliques jamais.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tu as appris des trucs, mais ton business n'a pas bougé d'un poil.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Ici, c'est l'inverse : tu fais, et à la fin tu repars avec un vrai quiz qui tourne.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quoi un quizing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quizing, c'est une formation que tu ne regardes pas : tu la fais, sous forme de quiz.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jour : une courte vidéo qui explique, puis un quiz qui te fait avancer sur TON projet.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apprends à faire un quiz... en faisant un quiz. Tu comprends pourquoi ça marche, parce que ça marche sur toi.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l'Atelier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jour = 1 courte vidéo, puis 1 quiz qui te fait passer à l'action.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Finir le quiz du jour débloque le jour suivant.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coach répond à tes questions, jour et nuit.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réponses construisent ton projet, jour après jour.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repars avec dans 7 jours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1334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133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7269480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en ligne, prêt à partager.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07730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077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11705"/>
            <a:ext cx="7269480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Branché à ton Systeme.io : tes contacts arrivent tout seuls.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0211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21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06090"/>
            <a:ext cx="7269480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méthode claire pour le remplir de monde.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996500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965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800475"/>
            <a:ext cx="7269480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fierté de l'avoir fait, pas juste regardé.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Dis-le à voix haute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écris devant tout le monde : « je publie mon quiz dans 7 jours ».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un peu peur d'avoir honte si tu lâches. Du coup tu tiens parole et tu vas au bout.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Tous les bons challenges font ça : ceux qui le disent tout haut finissent beaucoup plus souvent.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 dans le groupe de l'Atelier et écris ta promesse aujourd'hui.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Dis-le à voix haute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le groupe, tu écris : « Je m'engage à publier mon quiz d'ici 7 jours. » Tu peux taguer une personne pour qu'elle te suive. Ce simple message public double tes chances d'aller au bout. C'est tout bête, mais ça marche.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regarder d'un coup, façon Netflix, sans rien faire. Tu finis avec zéro quiz.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 la mission de chaque jour avant de passer au suivant. Un petit pas par jour, et c'est gagné.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ce qu'est un quizing : tu apprends en faisant.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comment marche l'Atelier : vidéo, quiz, déblocage, coach.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ce que tu repars avec : un quiz qui capte des leads.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prends ton engagement et tu crées ton compte Tiquiz.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ton compte Tiquiz gratuit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7434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43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ton compte Tiquiz gratuit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94208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42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5938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Rejoins le groupe et dis bonjour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0982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098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2712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ta promesse : je publie mon quiz dans 7 jours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JOUR 0 BOUCLÉ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Demain : pourquoi un quiz marche mille fois mieux qu'un PDF.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0</dc:title>
  <dc:subject>PptxGenJS Presentation</dc:subject>
  <dc:creator>L'Atelier du Quiz</dc:creator>
  <cp:lastModifiedBy>L'Atelier du Quiz</cp:lastModifiedBy>
  <cp:revision>1</cp:revision>
  <dcterms:created xsi:type="dcterms:W3CDTF">2026-06-19T12:22:20Z</dcterms:created>
  <dcterms:modified xsi:type="dcterms:W3CDTF">2026-06-19T12:22:20Z</dcterms:modified>
</cp:coreProperties>
</file>