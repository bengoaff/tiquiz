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JOUR 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un quiz, et comment le penser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3703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quiz, c'est le chemin. Le client, c'est le but.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programme aujourd'hui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960120"/>
          </a:xfrm>
          <a:prstGeom prst="roundRect">
            <a:avLst>
              <a:gd name="adj" fmla="val 11429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 </a:t>
            </a:r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Comprendre pourquoi un quiz marche, et poser les bases d'un quiz qui rapporte.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le PDF ne marche pas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16 objectifs d'un quiz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2 sortes de quiz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 décisions de départ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tes lead magnets ne marchent pas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offres un PDF gratuit. Les gens le téléchargent... et ne l'ouvrent jamais.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récupères surtout des prospects froids : des gens qui ne te connaissent pas encore et ne sont pas prêts à acheter. Ils n'ouvrent pas tes emails.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quiz, lui, on le finit, on le partage, et il te dit qui est la personne en face. Tu sais enfin à qui tu parles.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5D6C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3108960"/>
            <a:ext cx="2560320" cy="25603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PREUVE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150 000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58368" y="26974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personnes ont laissé leur email grâce au quiz « Quel type de barbu es-tu ? » de Beardbrand.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3886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: Drip, étude de cas Beardbrand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cadre : un seul type de quiz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749040" cy="2926080"/>
          </a:xfrm>
          <a:prstGeom prst="roundRect">
            <a:avLst>
              <a:gd name="adj" fmla="val 3750"/>
            </a:avLst>
          </a:prstGeom>
          <a:solidFill>
            <a:srgbClr val="FBEAF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57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NE FAIT PAS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✕"/>
            </a:pPr>
            <a:r>
              <a:rPr lang="en-US" sz="14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quiz juste pour rigoler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✕"/>
            </a:pPr>
            <a:r>
              <a:rPr lang="en-US" sz="14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quiz pour noter des élèves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✕"/>
            </a:pPr>
            <a:r>
              <a:rPr lang="en-US" sz="14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quiz qui n'a rien à voir avec ton business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749040" cy="2926080"/>
          </a:xfrm>
          <a:prstGeom prst="roundRect">
            <a:avLst>
              <a:gd name="adj" fmla="val 3750"/>
            </a:avLst>
          </a:prstGeom>
          <a:solidFill>
            <a:srgbClr val="EAF7F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FAIT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201168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seul but : un quiz qui attire les bonnes personnes et les transforme en clients.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objectifs (et ils se combinent)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seul quiz peut en viser plusieurs à la fois.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 Récolter des emails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 Savoir qui est ton prospect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 Ranger tes contacts par type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 Faire prendre conscience d'un problème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 Diriger vers la bonne offre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 Vendre directement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  Devenir viral (on partage)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  Créer de l'engagement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754880" y="150876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  Connaître ton marché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  Trouver des idées de contenu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  Asseoir ton autorité avec tes chiffres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  Faire entrer dans ta communauté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  Réveiller une liste qui dort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  Préparer un appel de vente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  Envoyer le bon email à chacun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  Écarter les gens pas faits pour toi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y a 2 sortes de quiz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749040" cy="3017520"/>
          </a:xfrm>
          <a:prstGeom prst="roundRect">
            <a:avLst>
              <a:gd name="adj" fmla="val 3636"/>
            </a:avLst>
          </a:prstGeom>
          <a:solidFill>
            <a:srgbClr val="F4F5F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72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DE PROFIL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3246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quoi : il range la personne dans un type, genre « Le Bâtisseur ».</a:t>
            </a:r>
            <a:endParaRPr lang="en-US" sz="1350" dirty="0"/>
          </a:p>
          <a:p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: « Quel type d'entrepreneur es-tu ? »</a:t>
            </a:r>
            <a:endParaRPr lang="en-US" sz="1350" dirty="0"/>
          </a:p>
          <a:p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 : pour être partagé et toucher beaucoup de monde.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749040" cy="3017520"/>
          </a:xfrm>
          <a:prstGeom prst="roundRect">
            <a:avLst>
              <a:gd name="adj" fmla="val 3636"/>
            </a:avLst>
          </a:prstGeom>
          <a:solidFill>
            <a:srgbClr val="F4F5F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572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 DE SCORE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2057400"/>
            <a:ext cx="3246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quoi : il situe la personne sur un niveau (Débutant, Confirmé, Expert).</a:t>
            </a:r>
            <a:endParaRPr lang="en-US" sz="1350" dirty="0"/>
          </a:p>
          <a:p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: « Ton site est-il prêt à vendre ? »</a:t>
            </a:r>
            <a:endParaRPr lang="en-US" sz="1350" dirty="0"/>
          </a:p>
          <a:p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 : pour montrer un manque à combler. Ça donne envie de progresser, et d'acheter.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 décisions de départ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3447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344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Choisis tes objectifs : tu peux en combiner plusieurs (ex : capter ET segmenter ET vendre).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17433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174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5455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Décide à qui tu parles : ta cible.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10038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03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93751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Décide l'action voulue à la fin : s'inscrire, télécharger, réserver un appel, prendre un code promo.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83342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33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72046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Choisis tes 3 à 5 résultats. Ensuite, l'IA de Tiquiz écrit les questions pour toi.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1/2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résultat qui donne envie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 résultat valorise la personne, et lui donne la suite : soit un type (« Le Bâtisseur »), soit un niveau (« Confirmé »).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le résultat fait plaisir ou montre un progrès possible, on le garde et on le montre. S'il rabaisse, on le cache et on s'en va.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Beardbrand range les gens dans des types stylés (l'Urbain pro, le Wolverine) : 150 000 emails récoltés.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Laisse l'IA de Tiquiz créer ton quiz, puis clique sur chaque résultat pour le rendre positif et ajouter la prochaine étape.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résultat qui donne envie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es coach sport. Ton quiz : « Quel sportif sommeille en toi ? ». À la fin, au lieu d'écrire « niveau 2 », tu écris : « Tu es Le Régulier. Tu tiens sur la durée, mais il te manque de l'explosivité. Voici comment en gagner. » La personne sourit, se reconnaît, et veut la suite. Avec un simple « 2 sur 5 », elle aurait fermé la page.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2/2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Copie les mots de tes clients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reprends mot pour mot les phrases que tes clients disent déjà, et tu les mets dans ton quiz.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 visiteur lit ses propres mots et se dit « wow, c'est exactement moi ». Du coup il finit le quiz et pense que tu es la bonne personne pour l'aider.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Ryan Levesque a bâti ses quiz comme ça : des millions d'abonnés en partant des vrais mots des gens.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 l'IA de Tiquiz te pose ses questions au début, réponds avec ces phrases exactes.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Copie les mots de tes clients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es coach sommeil. Tu vas lire les avis d'un livre sur le sommeil sur Amazon. Tu tombes sur : « je m'endors vite mais je me réveille à 3h et je rumine ». Tu prends cette phrase telle quelle et tu en fais une réponse de ton quiz. Quand un visiteur la lit, il pense « c'est moi, cette personne me comprend », et il continue.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à éviter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FBEAF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557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Lancer un quiz sans aucun objectif, juste « pour voir ». Tu attires des curieux, pas des clients.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solution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Décide au moins un objectif clair (souvent plusieurs), et surtout l'action que tu veux à la fin.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QUE TU SAIS MAINTENANT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428750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2875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72237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pourquoi un quiz bat un PDF, et tu peux le prouver avec des chiffres.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01853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185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915668"/>
            <a:ext cx="72237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connais les 16 objectifs d'un quiz, et qu'ils se combinent.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2608326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0832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505456"/>
            <a:ext cx="72237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choisir entre quiz de profil et quiz de niveau.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19811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981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095244"/>
            <a:ext cx="72237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décider l'action que tu veux à la fin.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" y="3787902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8790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685032"/>
            <a:ext cx="7223760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 Tiquiz est construit pile pour tout ça : tu t'en sers dès le Jour 4.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58368" y="44577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peux déjà l'expliquer à quelqu'un qui n'y connaît rien.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mission du jour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valides le quiz du jour pour débloquer le suivant.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5337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5337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 objectifs (tu peux en combiner)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57917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7917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41744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 ou niveau : ton choix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30498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0498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14325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L'action voulue à la fin (s'inscrire, télécharger, réserver, code promo...)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03078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307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86905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 3 ou 4 résultats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Jour 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BRAVO, JOUR 1 BOUCLÉ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Demain : on prépare le tuyau qui range tes contacts tout seul.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  ·  Méthode CAPTO®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L'Atelier du Quiz - Jour 1</dc:title>
  <dc:subject>PptxGenJS Presentation</dc:subject>
  <dc:creator>L'Atelier du Quiz</dc:creator>
  <cp:lastModifiedBy>L'Atelier du Quiz</cp:lastModifiedBy>
  <cp:revision>1</cp:revision>
  <dcterms:created xsi:type="dcterms:W3CDTF">2026-06-19T12:22:20Z</dcterms:created>
  <dcterms:modified xsi:type="dcterms:W3CDTF">2026-06-19T12:22:20Z</dcterms:modified>
</cp:coreProperties>
</file>