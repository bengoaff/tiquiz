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 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Accueille tes contacts en automatique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Toi, tu règles une fois. Tes contacts arrivent rangés et reçoivent le bon message, tout seuls.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Brancher ton quiz à Systeme.io pour que chaque contact arrive et reçoive le bon email, sans toi.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problème : des contacts qui dorment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mots et la clé API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toi auto, pour lui sur-mesure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chemin : du résultat au bon email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problème : tes contacts arrivent... et rien ne se passe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Quelqu'un fait ton quiz et te laisse son email. Super. Et après ? Souvent : rien.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message d'accueil, il t'oublie en deux jours. Ton contact refroidit et n'achètera jamais.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Aujourd'hui, on branche le système qui accueille et range chaque contact tout seul.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mots à connaître (tout simples)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Autorépondeur : l'outil qui garde tes contacts et leur envoie des emails tout seul. Le tien, c'est Systeme.io.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: un petit mot qu'on colle sur un contact pour le ranger, genre « profil Bâtisseur ». On dira « tag », comme dans l'outil.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: une règle « si... alors... ». Si le contact reçoit le tag X, alors il reçoit l'email Y, tout seul.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clé API : le pont entre Tiquiz et Systeme.io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clé API, c'est un code secret qui relie deux outils pour qu'ils se parlent.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Ici, elle relie Tiquiz à Systeme.io : chaque contact capté par ton quiz arrive direct dans Systeme.io, tout seul.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la trouves dans Systeme.io (je te montre à l'écran), tu la colles dans Tiquiz, et c'est branché.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elle, tu peux quand même, mais tu devras exporter ta liste à la main et l'importer dans ton autorépondeur. Pénible.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Systeme.io 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J'ai choisi Systeme.io parce que c'est le meilleur rapport qualité-prix aujourd'hui.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fait déjà tout ce qu'il te faut : emails, automatisations, tags, pages de vente.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pourras voir plus gros le jour où tu génères plusieurs dizaines de milliers d'euros par mois. Avant, c'est inutile.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toi : automatique. Pour lui : du sur-mesure.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749040" cy="2926080"/>
          </a:xfrm>
          <a:prstGeom prst="roundRect">
            <a:avLst>
              <a:gd name="adj" fmla="val 3750"/>
            </a:avLst>
          </a:prstGeom>
          <a:solidFill>
            <a:srgbClr val="F4F5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64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CÔTÉ TOI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règles l'automatisation une seule fois.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Ensuite, ça tourne tout seul, pour des centaines de personnes.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749040" cy="2926080"/>
          </a:xfrm>
          <a:prstGeom prst="roundRect">
            <a:avLst>
              <a:gd name="adj" fmla="val 3750"/>
            </a:avLst>
          </a:prstGeom>
          <a:solidFill>
            <a:srgbClr val="F4F5F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664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CÔTÉ TON VISITEUR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214884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reçoit son prénom (si tu l'as capturé) et son profil.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a l'impression que le message est écrit pour lui seul. C'est ça, la clé d'une bonne automatisation.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qu'il faut retenir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Tiquiz colle un tag sur chaque personne, selon son résultat.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chemin : résultat, puis tag, puis le bon email, tout seul.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règles ça une seule fois. Ensuite, ça tourne sans toi.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visiteur reçoit son prénom et son profil : il se sent unique.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chemin : du résultat au bon email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623060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5316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du quiz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263140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20340" y="2240280"/>
            <a:ext cx="1623060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766060" y="2240280"/>
            <a:ext cx="15316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43400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800600" y="2240280"/>
            <a:ext cx="1623060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240280"/>
            <a:ext cx="15316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 de gens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3660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880860" y="2240280"/>
            <a:ext cx="1623060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6926580" y="2240280"/>
            <a:ext cx="15316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perso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règles ça une seule fois. Ensuite, chacun reçoit le bon message, avec son prénom.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tag sur une réponse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colles un tag quand quelqu'un répond un truc précis (ex : « je n'ai pas de liste »).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ce qu'il a répondu. Du coup tu lui envoies pile le message fait pour lui, et il a l'impression que tu lis dans ses pensées.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BuzzFeed garde chaque réponse pour mieux parler à chaque personne ensuite.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Tiquiz (onglet Partage), relie une réponse à un tag Systeme.io, puis crée la série d'emails de ce tag.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tag sur une réponse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ton quiz, une réponse possible est « je n'ai pas encore de liste email ». Tu colles le tag « débutant » sur ces gens-là. Ensuite tu leur envoies une série d'emails pour débutants, différente de celle des avancés. Chacun reçoit pile ce qu'il lui faut, sans que tu tries à la main.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L'email qui dit ton résultat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premier email dit le résultat exact de la personne, dès le titre, avec son prénom.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se sent vue. Du coup elle ouvre l'email, elle le lit, et souvent elle répond.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Beardbrand gagne 9€ pour 1€ dépensé avec ces emails qui parlent du résultat.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Systeme.io, crée un email par tag de résultat. Titre : « [Prénom], voici ton plan de [Profil] ».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L'email qui dit ton résultat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Marie obtient le profil « Le Visionnaire ». Son premier email s'appelle « Marie, voici ton plan de Visionnaire ». Elle l'ouvre direct : son prénom, son profil, on dirait écrit pour elle. Un email « Bienvenue sur ma liste », lui, finit non ouvert.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Capter des emails et les laisser dormir, sans aucun message. Tes contacts refroidissent et n'achètent jamais.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 au moins un email de bienvenue automatique, dès aujourd'hui. Le reste viendra après.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ce qu'est un autorépondeur, un tag, une automatisation et une clé API.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la clé API relie Tiquiz à Systeme.io pour que tout se fasse tout seul.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qu'une bonne automatisation donne un message qui semble écrit pour une seule personne.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branché Systeme.io et ton premier email automatique.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Trouver ta clé API dans Systeme.io, la coller dans Tiquiz, créer un tag + un email automatique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74342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743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 ta clé API Systeme.io dans Tiquiz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942082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42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659380"/>
            <a:ext cx="72694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tes tags : un par résultat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909822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098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627120"/>
            <a:ext cx="72694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 ton email de bienvenue automatique (avec le prénom)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JOUR 2 BOUCLÉ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Demain, on va créer un quiz qui peut devenir viral et t'amener des milliers de futurs clients tous les mois.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2</dc:title>
  <dc:subject>PptxGenJS Presentation</dc:subject>
  <dc:creator>L'Atelier du Quiz</dc:creator>
  <cp:lastModifiedBy>L'Atelier du Quiz</cp:lastModifiedBy>
  <cp:revision>1</cp:revision>
  <dcterms:created xsi:type="dcterms:W3CDTF">2026-06-19T12:22:20Z</dcterms:created>
  <dcterms:modified xsi:type="dcterms:W3CDTF">2026-06-19T12:22:20Z</dcterms:modified>
</cp:coreProperties>
</file>