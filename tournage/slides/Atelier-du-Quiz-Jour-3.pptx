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 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quiz qu'on finit (et qu'on partage)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quiz qui peut devenir viral et t'amener des clients tous les mois.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programme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 </a:t>
            </a:r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Concevoir un quiz qu'on termine ET qu'on a envie de partager : c'est ça, le potentiel viral.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les gens abandonnent un quiz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2 moteurs d'un quiz viral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leviers pour qu'on aille au bout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les gens abandonnent un quiz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as déjà commencé un quiz trop long ? Tu es parti avant la fin. Tes visiteurs aussi.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quiz qui ressemble à une interro fait peur : on a peur de la mauvaise réponse, alors on s'en va.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bon quiz, on le finit sans s'en rendre compte, et on a envie de montrer son résultat.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quiz devient viral pour 2 raisons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On le FINIT : la personne va jusqu'au bout, donc tu récupères son email.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On le PARTAGE : elle montre son résultat à ses amis, qui viennent jouer à leur tour.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Plus de gens finissent et partagent, plus ton quiz tourne tout seul, sans que tu paies de la pub.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D6C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3108960"/>
            <a:ext cx="2560320" cy="25603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PREUVE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à 40 sur 100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58368" y="2697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finissent un bon quiz et laissent leur email. Avec un PDF, c'est moins de 3 sur 100.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: Interact, Quiz Conversion Rate Report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qu'on aille au bout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447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344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quiz dit qui on est, il ne teste pas ce qu'on sait.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17433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174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5455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première question est facile et amusante.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0038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0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3751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à 7 questions, pas plus. Sinon on abandonne.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83342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3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2046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résultat dont on est fier donne envie de le partager.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1/3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quiz qui parle de toi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demandes « Quel type de X es-tu ? », pas « connais-tu la réponse ? ».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Parler de soi, c'est agréable, donc on continue. Une interro fait peur, on a honte de se tromper, on part.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Beardbrand : « Quel type de barbu es-tu ? » partagé des centaines de milliers de fois.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début, dis à l'IA de Tiquiz que ton quiz est un « Quel type de X es-tu ? ». Pas de bonne ou mauvaise réponse.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quiz qui parle de toi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lieu de « Teste tes connaissances en nutrition », tu fais « Quel mangeur es-tu ? » avec des profils comme « Le Grignoteur du soir ». On a envie de savoir lequel on est, donc on va au bout.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2/3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question qui accroche au début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commences par une question facile et tu promets une surprise.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le début est facile et intrigant, le cerveau veut connaître la fin. Du coup on continue jusqu'au résultat.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quiz BuzzFeed démarrent par un truc fun (« choisis un petit-déj ») : on est pris tout de suite.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 l'IA a fini, clique sur la 1ère question pour la rendre facile, et écris une intro qui intrigue.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question qui accroche au début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 : « La plupart des gens se trompent sur eux-mêmes. Et toi ? ». 1ère question facile : « Tu es plutôt du matin ou du soir ? ». On répond sans réfléchir, et on est lancé.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3/3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résultat dont on est fier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résultat est valorisant et un peu surprenant, le genre qu'on a envie de montrer.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 on est fier de son résultat, on le partage. Et chaque partage t'amène de nouveaux visiteurs, gratuitement.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quiz BuzzFeed cartonnent parce qu'on est fier de poster « je suis Untel », et nos amis veulent comparer.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Imagine le résultat dont TES clients seraient fiers. Tu l'écriras vraiment dans Tiquiz demain (Jour 4).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résultat dont on est fier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quiz « Quelle entrepreneure es-tu ? » donne « La Visionnaire ». La personne poste « Je suis une Visionnaire, et toi ? ». Ses amies cliquent pour comparer. Ton quiz se propage tout seul.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à éviter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BEA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557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quiz trop long ou qui ressemble à une interro. Les gens partent avant d'avoir laissé leur email.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Maximum 7 questions, un ton sympa, et zéro bonne ou mauvaise réponse. On s'amuse, on ne juge pas.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SAIS MAINTENANT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0247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24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pourquoi les gens abandonnent un quiz.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23970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397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6311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connais les 2 moteurs viraux : on le finit, on le partage.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97694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80035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faire un quiz court, fun, qui parle de la personne.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71417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141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3758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qu'un résultat dont on est fier se partage tout seul.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" y="44577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déjà l'expliquer à quelqu'un qui n'y connaît rien.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mission du jour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valides le quiz du jour pour débloquer le suivant.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74342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743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269480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Choisis ton titre « Quel type de X es-tu ? »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942082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4208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659380"/>
            <a:ext cx="7269480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Vérifie : 1ère question facile, 5 à 7 questions max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909822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098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627120"/>
            <a:ext cx="7269480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Imagine le résultat dont tes clients seraient fiers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BRAVO, JOUR 3 BOUCLÉ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Demain : on crée ton quiz pour de vrai et on le met en ligne.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  ·  Méthode CAPTO®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L'Atelier du Quiz - Jour 3</dc:title>
  <dc:subject>PptxGenJS Presentation</dc:subject>
  <dc:creator>L'Atelier du Quiz</dc:creator>
  <cp:lastModifiedBy>L'Atelier du Quiz</cp:lastModifiedBy>
  <cp:revision>1</cp:revision>
  <dcterms:created xsi:type="dcterms:W3CDTF">2026-06-19T12:22:20Z</dcterms:created>
  <dcterms:modified xsi:type="dcterms:W3CDTF">2026-06-19T12:22:20Z</dcterms:modified>
</cp:coreProperties>
</file>