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et connecte ton quiz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Aujourd'hui, ton quiz passe en ligne et capte ses premiers contacts.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Générer ton quiz avec l'IA, le brancher à Systeme.io et le publier pour de vrai.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Tiquiz écrit ton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page de fin qui vend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Brancher et publier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piège : peaufiner sans jamais publier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Beaucoup retouchent leur quiz pendant des semaines... et ne le publient jamais.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en brouillon ne rapporte rien. Un quiz imparfait, mais en ligne, oui.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Aujourd'hui on publie une première version. Tu l'amélioreras après, avec tes vrais chiffres.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Tiquiz écrit ton quiz (à ta place)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dis à l'IA ton sujet et à qui tu parles. Elle te pose 2 ou 3 petites questions.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30 secondes, elle écrit tout : le titre, les questions et les résultats.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Toi, tu relis et tu corriges juste ce qui ne te plaît pas, en cliquant sur le texte. Tu ne pars jamais d'une page blanche.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ventes en plus pour BedGear en mettant un conseil personnalisé à la fin du quiz.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Sleeknote / Drip, études de cas quiz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étapes d'aujourd'hui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écrit le quiz. Toi, tu corriges au clic ce qui ne te ressemble pas.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branches ta clé API Systeme.io (vue hier) et tu choisis tes tags.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publies, puis tu fais le quiz toi-même pour vérifier.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vérifies qu'un contact test arrive bien dans Systeme.io.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page de fin qui vend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fin, tu ne dis pas juste le résultat. Tu proposes la bonne solution.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a déjà trouvé le problème de la personne. Du coup ta solution tombe pile, et elle dit oui sans se sentir forcée.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BedGear conseille le bon produit à la fin du quiz : +490% de ventes.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Tiquiz, clique sur chaque résultat et écris : le souci, sa cause, la solution, et un bouton vers ton offre.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page de fin qui vend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« Le Dispersé » : « Tu as plein d'idées (ta force), mais tu ne finis rien (ton souci). Voici la méthode pour canaliser. Et si tu veux qu'on le fasse ensemble, c'est par là. » La personne se reconnaît, donc elle clique.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résultat beau à montrer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mets une jolie image sur chaque résultat, et tu soignes l'aperçu du lien.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c'est beau, la personne le poste en story. Ses amis le voient, viennent jouer, et tu gagnes des visiteurs gratuits.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quiz qui cartonnent (BuzzFeed, Beardbrand) ont tous un résultat joli à partager.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Tiquiz, ajoute une image par résultat, et règle l'image d'aperçu du lien (l'OG image).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résultat beau à montrer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image verticale « Je suis une Visionnaire » avec ton logo discret en bas. La personne la poste fièrement en story, et ses amies cliquent sur le lien pour découvrir leur profil.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Attendre que ton quiz soit « parfait » avant de publier. Du coup tu ne publies jamais.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Publie une première version aujourd'hui. Un quiz en ligne qui capte bat un quiz parfait resté dans ta tête.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l'IA écrit ton quiz et que tu corriges juste au clic.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brancher ta clé API et choisir tes tags.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transformer ta page de fin en page de vente.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est publié, branché, et tu as capté un contact test.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IA, correction au clic, branding, clé API + tags, publication et test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Génère ton quiz et corrige ce qui ne te plaît pas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ta page de fin (souci, cause, solution, offre)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 ta clé API + le tag de capture, et publie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 le quiz toi-même et vérifie le contact dans Systeme.io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JOUR 4 BOUCLÉ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Demain : on remplit ton quiz de monde, sans dépenser un euro.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4</dc:title>
  <dc:subject>PptxGenJS Presentation</dc:subject>
  <dc:creator>L'Atelier du Quiz</dc:creator>
  <cp:lastModifiedBy>L'Atelier du Quiz</cp:lastModifiedBy>
  <cp:revision>1</cp:revision>
  <dcterms:created xsi:type="dcterms:W3CDTF">2026-06-19T12:22:20Z</dcterms:created>
  <dcterms:modified xsi:type="dcterms:W3CDTF">2026-06-19T12:22:20Z</dcterms:modified>
</cp:coreProperties>
</file>