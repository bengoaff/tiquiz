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38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-640080"/>
            <a:ext cx="2194560" cy="2194560"/>
          </a:xfrm>
          <a:prstGeom prst="ellipse">
            <a:avLst/>
          </a:prstGeom>
          <a:solidFill>
            <a:srgbClr val="5D6CDB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4023360"/>
            <a:ext cx="1554480" cy="1554480"/>
          </a:xfrm>
          <a:prstGeom prst="ellipse">
            <a:avLst/>
          </a:prstGeom>
          <a:solidFill>
            <a:srgbClr val="5D6CDB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AEC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JOUR 5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7955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Promouvoir gratuitement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58368" y="370332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EAEC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Remplir ton quiz de monde, et le rendre viral, sans dépenser un euro.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 programme aujourd'hui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7863840" cy="960120"/>
          </a:xfrm>
          <a:prstGeom prst="roundRect">
            <a:avLst>
              <a:gd name="adj" fmla="val 11429"/>
            </a:avLst>
          </a:prstGeom>
          <a:solidFill>
            <a:srgbClr val="EAECFB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371600"/>
            <a:ext cx="7315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D6C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Objectif  </a:t>
            </a:r>
            <a:pPr indent="0" marL="0"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Amener un maximum de visiteurs sur ton quiz, gratuitement, et faire en sorte qu'il se remplisse tout seul.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697480"/>
            <a:ext cx="73152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problème : un quiz sans visiteurs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3 sources de trafic gratuit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partage viral : ton quiz qui se remplit tout seul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hacks pour ramener un maximum de monde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Jour 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Ton quiz est en ligne... mais personne ne le voit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737360"/>
            <a:ext cx="7863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quiz sans visiteurs, c'est une belle boutique en plein désert. Personne n'entre.</a:t>
            </a:r>
            <a:endParaRPr lang="en-US" sz="1800" dirty="0"/>
          </a:p>
          <a:p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Bonne nouvelle : tu n'as pas besoin de pub pour démarrer. Tu as déjà des endroits gratuits sous la main.</a:t>
            </a:r>
            <a:endParaRPr lang="en-US" sz="1800" dirty="0"/>
          </a:p>
          <a:p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Aujourd'hui, on va chercher du monde, activement, sans dépenser un euro.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Jour 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sources de trafic gratuit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737360"/>
            <a:ext cx="7863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 que tu as déjà : ta liste email, ta bio, ta signature, et ta page de remerciement (la page où on arrive après avoir pris ton cadeau gratuit).</a:t>
            </a:r>
            <a:endParaRPr lang="en-US" sz="1800" dirty="0"/>
          </a:p>
          <a:p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public des autres : les commentaires sous les gros posts, les partenaires, les podcasts.</a:t>
            </a:r>
            <a:endParaRPr lang="en-US" sz="1800" dirty="0"/>
          </a:p>
          <a:p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Ton propre contenu : un seul quiz te donne des dizaines de posts (un par résultat, par question, par chiffre).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Jour 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partage pour débloquer : la viralité dans ton quiz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691640"/>
            <a:ext cx="7863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Tiquiz peut bloquer une dernière chose à la fin de ton quiz : un bonus. Pour l'ouvrir, la personne doit partager ton quiz une fois.</a:t>
            </a:r>
            <a:endParaRPr lang="en-US" sz="1650" dirty="0"/>
          </a:p>
          <a:p>
            <a:pPr indent="0" marL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seul partage suffit. Pas de « ramène 3 amis, puis 10 amis ». Une seule action, simple, et le bonus s'ouvre.</a:t>
            </a:r>
            <a:endParaRPr lang="en-US" sz="1650" dirty="0"/>
          </a:p>
          <a:p>
            <a:pPr indent="0" marL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Résultat : chaque personne qui veut le bonus envoie ton quiz à son réseau. Toi, tu n'as rien à faire de plus : c'est ta pub, faite gratuitement par tes visiteurs.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Jour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Pourquoi l'activer, et comment donner envie de partager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691640"/>
            <a:ext cx="7863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Pourquoi : tes visiteurs ont des amis qui leur ressemblent. Un partage t'amène un nouveau visiteur déjà recommandé par un proche, donc il te fait confiance d'avance.</a:t>
            </a:r>
            <a:endParaRPr lang="en-US" sz="1650" dirty="0"/>
          </a:p>
          <a:p>
            <a:pPr indent="0" marL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inciter : le bonus à débloquer doit valoir le coup. Pas un PDF bidon. Un truc qu'on a vraiment envie d'avoir : le plan d'action lié à son profil, un modèle prêt à l'emploi, une vidéo privée.</a:t>
            </a:r>
            <a:endParaRPr lang="en-US" sz="1650" dirty="0"/>
          </a:p>
          <a:p>
            <a:pPr indent="0" marL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le présenter : nomme-le, montre sa valeur, et dis clairement quoi faire. Exemple : « Ton plan d'action sur-mesure t'attend juste derrière. Partage le quiz pour l'ouvrir. »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Jour 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 chacun partage une fois : la boucle qui ne s'arrête pas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691640"/>
            <a:ext cx="7863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Imagine : tu envoies 100 personnes sur ton quiz. Disons qu'un partage sur deux ramène une nouvelle personne.</a:t>
            </a:r>
            <a:endParaRPr lang="en-US" sz="1650" dirty="0"/>
          </a:p>
          <a:p>
            <a:pPr indent="0" marL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Ces 100 en ramènent 50. Ces 50 en ramènent 25. Ces 25 en ramènent 12... Tes 100 visiteurs de départ deviennent 200, sans que tu bouges.</a:t>
            </a:r>
            <a:endParaRPr lang="en-US" sz="1650" dirty="0"/>
          </a:p>
          <a:p>
            <a:pPr indent="0" marL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Et si chaque visiteur ramène en moyenne plus d'une personne, ça ne s'arrête jamais : le quiz se remplit tout seul. C'est ça, l'auto-viralité.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Jour 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4 réflexes pour remplir ton quiz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34478"/>
            <a:ext cx="457200" cy="457200"/>
          </a:xfrm>
          <a:prstGeom prst="ellipse">
            <a:avLst/>
          </a:prstGeom>
          <a:solidFill>
            <a:srgbClr val="5D6CD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3447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80160" y="1371600"/>
            <a:ext cx="7223760" cy="782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Commence par ce que tu as déjà : page de remerciement, bio, signature, ta liste.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317433"/>
            <a:ext cx="457200" cy="457200"/>
          </a:xfrm>
          <a:prstGeom prst="ellipse">
            <a:avLst/>
          </a:prstGeom>
          <a:solidFill>
            <a:srgbClr val="5D6CD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317433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2154555"/>
            <a:ext cx="7223760" cy="782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 chercher le public des autres : commente, échange tes quiz, passe sur des podcasts.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3100388"/>
            <a:ext cx="457200" cy="457200"/>
          </a:xfrm>
          <a:prstGeom prst="ellipse">
            <a:avLst/>
          </a:prstGeom>
          <a:solidFill>
            <a:srgbClr val="5D6CDB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1003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2937510"/>
            <a:ext cx="7223760" cy="782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Recycle ton quiz : un post par résultat, par question, par statistique.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3883342"/>
            <a:ext cx="457200" cy="457200"/>
          </a:xfrm>
          <a:prstGeom prst="ellipse">
            <a:avLst/>
          </a:prstGeom>
          <a:solidFill>
            <a:srgbClr val="5D6CD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88334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3720465"/>
            <a:ext cx="7223760" cy="782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Active le partage pour débloquer un bonus : ton quiz se met à se diffuser tout seul.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Jour 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boucle d'auto-viralité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2240280"/>
            <a:ext cx="1207008" cy="960120"/>
          </a:xfrm>
          <a:prstGeom prst="roundRect">
            <a:avLst>
              <a:gd name="adj" fmla="val 9524"/>
            </a:avLst>
          </a:prstGeom>
          <a:solidFill>
            <a:srgbClr val="EAECFB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2240280"/>
            <a:ext cx="11155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visiteur finit le quiz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847088" y="2240280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304288" y="2240280"/>
            <a:ext cx="1207008" cy="960120"/>
          </a:xfrm>
          <a:prstGeom prst="roundRect">
            <a:avLst>
              <a:gd name="adj" fmla="val 9524"/>
            </a:avLst>
          </a:prstGeom>
          <a:solidFill>
            <a:srgbClr val="EAECFB"/>
          </a:solidFill>
          <a:ln/>
        </p:spPr>
      </p:sp>
      <p:sp>
        <p:nvSpPr>
          <p:cNvPr id="7" name="Text 5"/>
          <p:cNvSpPr/>
          <p:nvPr/>
        </p:nvSpPr>
        <p:spPr>
          <a:xfrm>
            <a:off x="2350008" y="2240280"/>
            <a:ext cx="11155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 veut le bonus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511296" y="2240280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3968496" y="2240280"/>
            <a:ext cx="1207008" cy="960120"/>
          </a:xfrm>
          <a:prstGeom prst="roundRect">
            <a:avLst>
              <a:gd name="adj" fmla="val 9524"/>
            </a:avLst>
          </a:prstGeom>
          <a:solidFill>
            <a:srgbClr val="EAECFB"/>
          </a:solidFill>
          <a:ln/>
        </p:spPr>
      </p:sp>
      <p:sp>
        <p:nvSpPr>
          <p:cNvPr id="10" name="Text 8"/>
          <p:cNvSpPr/>
          <p:nvPr/>
        </p:nvSpPr>
        <p:spPr>
          <a:xfrm>
            <a:off x="4014216" y="2240280"/>
            <a:ext cx="11155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 partage 1 fois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175504" y="2240280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5632704" y="2240280"/>
            <a:ext cx="1207008" cy="960120"/>
          </a:xfrm>
          <a:prstGeom prst="roundRect">
            <a:avLst>
              <a:gd name="adj" fmla="val 9524"/>
            </a:avLst>
          </a:prstGeom>
          <a:solidFill>
            <a:srgbClr val="EAECFB"/>
          </a:solidFill>
          <a:ln/>
        </p:spPr>
      </p:sp>
      <p:sp>
        <p:nvSpPr>
          <p:cNvPr id="13" name="Text 11"/>
          <p:cNvSpPr/>
          <p:nvPr/>
        </p:nvSpPr>
        <p:spPr>
          <a:xfrm>
            <a:off x="5678424" y="2240280"/>
            <a:ext cx="11155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proche clique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839712" y="2240280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7296912" y="2240280"/>
            <a:ext cx="1207008" cy="960120"/>
          </a:xfrm>
          <a:prstGeom prst="roundRect">
            <a:avLst>
              <a:gd name="adj" fmla="val 9524"/>
            </a:avLst>
          </a:prstGeom>
          <a:solidFill>
            <a:srgbClr val="EAECFB"/>
          </a:solidFill>
          <a:ln/>
        </p:spPr>
      </p:sp>
      <p:sp>
        <p:nvSpPr>
          <p:cNvPr id="16" name="Text 14"/>
          <p:cNvSpPr/>
          <p:nvPr/>
        </p:nvSpPr>
        <p:spPr>
          <a:xfrm>
            <a:off x="7342632" y="2240280"/>
            <a:ext cx="11155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 refait le quiz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0080" y="35661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Et ça recommence, tout seul. Ton quiz devient sa propre source de trafic.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Jour 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GROWTH HACK   1/5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chasse au trésor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581912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61288" y="1563624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D6C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ÇA MARCHE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41248" y="1892808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dis qu'un cadeau est caché dans ton quiz, à trouver en le faisant.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663440" y="1417320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1581912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84648" y="1563624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D6C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POURQUOI ÇA MARCHE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4864608" y="1892808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jeu donne plus envie qu'une pub. La personne clique pour gagner, et hop, elle est sur ton quiz.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40080" y="3099816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3264408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61288" y="324612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ONT FAIT LES AUTRES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841248" y="3575304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C'est la technique du « pic de trafic », version quiz : on lance la chasse, tout le monde clique le même jour.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4663440" y="3099816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3264408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184648" y="324612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BB6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FAIRE CHEZ TOI</a:t>
            </a:r>
            <a:endParaRPr lang="en-US" sz="950" dirty="0"/>
          </a:p>
        </p:txBody>
      </p:sp>
      <p:sp>
        <p:nvSpPr>
          <p:cNvPr id="19" name="Text 13"/>
          <p:cNvSpPr/>
          <p:nvPr/>
        </p:nvSpPr>
        <p:spPr>
          <a:xfrm>
            <a:off x="4864608" y="3575304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Écris à ta liste : « j'ai caché un cadeau dans mon quiz, fais-le pour le trouver ».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Jour 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Exemple concret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chasse au trésor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7863840" cy="2468880"/>
          </a:xfrm>
          <a:prstGeom prst="roundRect">
            <a:avLst>
              <a:gd name="adj" fmla="val 5185"/>
            </a:avLst>
          </a:prstGeom>
          <a:solidFill>
            <a:srgbClr val="EAECFB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691640"/>
            <a:ext cx="7132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Email à ta liste : « J'ai caché un cadeau dans mon nouveau quiz. Fais-le, et si tu tombes sur le bon profil, ton cadeau t'attend à la fin. » Les gens cliquent par curiosité et pour gagner. Tu fais un pic de visites le jour même.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Jour 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GROWTH HACK   2/5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commentaire malin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581912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61288" y="1563624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D6C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ÇA MARCHE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41248" y="1892808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Sous un gros post de ta niche, tu mets un commentaire vraiment utile, puis ton quiz.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663440" y="1417320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1581912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84648" y="1563624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D6C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POURQUOI ÇA MARCHE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4864608" y="1892808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gens sont déjà là et intéressés par le sujet. Ton commentaire attire l'oeil, et ils cliquent sur ton quiz.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40080" y="3099816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3264408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61288" y="324612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ONT FAIT LES AUTRES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841248" y="3575304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C'est l'astuce des créateurs sans audience pour profiter du public des gros comptes.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4663440" y="3099816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3264408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184648" y="324612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BB6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FAIRE CHEZ TOI</a:t>
            </a:r>
            <a:endParaRPr lang="en-US" sz="950" dirty="0"/>
          </a:p>
        </p:txBody>
      </p:sp>
      <p:sp>
        <p:nvSpPr>
          <p:cNvPr id="19" name="Text 13"/>
          <p:cNvSpPr/>
          <p:nvPr/>
        </p:nvSpPr>
        <p:spPr>
          <a:xfrm>
            <a:off x="4864608" y="3575304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Commente une vraie astuce, puis « j'ai un quiz qui te dit lequel tu es », et mets le lien quand on te le demande.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Jour 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Exemple concret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commentaire malin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7863840" cy="2468880"/>
          </a:xfrm>
          <a:prstGeom prst="roundRect">
            <a:avLst>
              <a:gd name="adj" fmla="val 5185"/>
            </a:avLst>
          </a:prstGeom>
          <a:solidFill>
            <a:srgbClr val="EAECFB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691640"/>
            <a:ext cx="7132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Sous un post « les 5 erreurs des coachs débutants », tu ajoutes une 6e erreur concrète et utile. Les gens te lisent, puis tu finis par « j'ai un quiz qui dit laquelle te coûte le plus de clients ». On te réclame le lien, tu le donnes.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Jour 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GROWTH HACK   3/5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Branche-le là où tu perds déjà du monde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581912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61288" y="1563624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D6C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ÇA MARCHE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41248" y="1892808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mets ton quiz sur les pages où des gens passent déjà : ta page de remerciement, ta bio, ta signature.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663440" y="1417320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1581912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84648" y="1563624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D6C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POURQUOI ÇA MARCHE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4864608" y="1892808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Ces gens te connaissent déjà ou viennent de dire oui. Ils sont chauds, donc ils cliquent beaucoup plus.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40080" y="3099816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3264408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61288" y="324612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ONT FAIT LES AUTRES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841248" y="3575304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C'est le réflexe des pros : récupérer le trafic qu'on gaspille avant d'aller en chercher du nouveau.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4663440" y="3099816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3264408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184648" y="324612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BB6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FAIRE CHEZ TOI</a:t>
            </a:r>
            <a:endParaRPr lang="en-US" sz="950" dirty="0"/>
          </a:p>
        </p:txBody>
      </p:sp>
      <p:sp>
        <p:nvSpPr>
          <p:cNvPr id="19" name="Text 13"/>
          <p:cNvSpPr/>
          <p:nvPr/>
        </p:nvSpPr>
        <p:spPr>
          <a:xfrm>
            <a:off x="4864608" y="3575304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Récupère ton lien Tiquiz et colle-le sur la page de remerciement de ton cadeau actuel, dans ta bio et ta signature.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Jour 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Exemple concret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Branche-le là où tu perds déjà du monde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7863840" cy="2468880"/>
          </a:xfrm>
          <a:prstGeom prst="roundRect">
            <a:avLst>
              <a:gd name="adj" fmla="val 5185"/>
            </a:avLst>
          </a:prstGeom>
          <a:solidFill>
            <a:srgbClr val="EAECFB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691640"/>
            <a:ext cx="7132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Quelqu'un télécharge ton PDF gratuit et arrive sur la page « Merci ! ». Au lieu de la laisser vide, tu y mets : « Pendant que tu y es, découvre ton profil en 90 secondes » + ton quiz. Tu captes une 2e fois, gratuitement.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Jour 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GROWTH HACK   4/5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L'échange de quiz entre créateurs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581912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61288" y="1563624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D6C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ÇA MARCHE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41248" y="1892808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t'associes à 2-3 créateurs de ta niche (pas tes concurrents directs) et vous partagez vos quiz mutuellement.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663440" y="1417320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1581912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84648" y="1563624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D6C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POURQUOI ÇA MARCHE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4864608" y="1892808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Leur audience te fait déjà confiance, parce que c'est leur créateur préféré qui te recommande. Un public chaud, gratuit, en une fois.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40080" y="3099816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3264408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61288" y="324612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ONT FAIT LES AUTRES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841248" y="3575304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C'est le vieux truc des « shoutouts » et des bundles entre créateurs, version quiz : chacun prête son audience à l'autre.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4663440" y="3099816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3264408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184648" y="324612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BB6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FAIRE CHEZ TOI</a:t>
            </a:r>
            <a:endParaRPr lang="en-US" sz="950" dirty="0"/>
          </a:p>
        </p:txBody>
      </p:sp>
      <p:sp>
        <p:nvSpPr>
          <p:cNvPr id="19" name="Text 13"/>
          <p:cNvSpPr/>
          <p:nvPr/>
        </p:nvSpPr>
        <p:spPr>
          <a:xfrm>
            <a:off x="4864608" y="3575304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Liste 5 créateurs voisins, propose un échange simple : « je partage ton quiz à ma liste, tu partages le mien à la tienne ».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Jour 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Exemple concret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L'échange de quiz entre créateurs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7863840" cy="2468880"/>
          </a:xfrm>
          <a:prstGeom prst="roundRect">
            <a:avLst>
              <a:gd name="adj" fmla="val 5185"/>
            </a:avLst>
          </a:prstGeom>
          <a:solidFill>
            <a:srgbClr val="EAECFB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691640"/>
            <a:ext cx="7132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écris à une créatrice qui parle d'organisation. Tu lui dis : « Mon quiz aide tes abonnés à trouver leur profil. Je propose le tien en retour. » Vous envoyez chacun un email. Tu touches toute son audience en une fois, sans payer.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Jour 5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GROWTH HACK   5/5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résultat qu'on a envie de montrer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581912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61288" y="1563624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D6C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ÇA MARCHE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41248" y="1892808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À la fin du quiz, la personne voit un beau résultat à son prénom, qu'elle a envie de partager.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663440" y="1417320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1581912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84648" y="1563624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D6C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POURQUOI ÇA MARCHE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4864608" y="1892808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gens adorent montrer ce qui les décrit (« c'est tellement moi »). Leur réseau voit, est curieux, et vient faire le quiz à son tour.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40080" y="3099816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3264408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61288" y="324612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ONT FAIT LES AUTRES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841248" y="3575304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C'est ce que faisaient BuzzFeed et Beardbrand : les gens partageaient fièrement leur type, et amenaient leurs amis gratuitement.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4663440" y="3099816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3264408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184648" y="324612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BB6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FAIRE CHEZ TOI</a:t>
            </a:r>
            <a:endParaRPr lang="en-US" sz="950" dirty="0"/>
          </a:p>
        </p:txBody>
      </p:sp>
      <p:sp>
        <p:nvSpPr>
          <p:cNvPr id="19" name="Text 13"/>
          <p:cNvSpPr/>
          <p:nvPr/>
        </p:nvSpPr>
        <p:spPr>
          <a:xfrm>
            <a:off x="4864608" y="3575304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Dans Tiquiz, soigne l'image de chaque résultat et l'image de partage (OG) pour que ce qui s'affiche donne envie de cliquer.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Jour 5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Exemple concret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résultat qu'on a envie de montrer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7863840" cy="2468880"/>
          </a:xfrm>
          <a:prstGeom prst="roundRect">
            <a:avLst>
              <a:gd name="adj" fmla="val 5185"/>
            </a:avLst>
          </a:prstGeom>
          <a:solidFill>
            <a:srgbClr val="EAECFB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691640"/>
            <a:ext cx="7132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Ton quiz « Quel type de créateur es-tu ? » sort « Tu es Le Bâtisseur ». La personne voit une belle image à son prénom et la poste en story. Ses abonnés voient, se demandent quel type ILS sont, et cliquent sur ton quiz.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Jour 5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L'erreur à éviter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7863840" cy="1188720"/>
          </a:xfrm>
          <a:prstGeom prst="roundRect">
            <a:avLst>
              <a:gd name="adj" fmla="val 9231"/>
            </a:avLst>
          </a:prstGeom>
          <a:solidFill>
            <a:srgbClr val="FBEAF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55448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E557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L'erreur :  </a:t>
            </a:r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Publier ton quiz et attendre que les gens le trouvent tout seuls. Personne ne vient.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926080"/>
            <a:ext cx="7863840" cy="1188720"/>
          </a:xfrm>
          <a:prstGeom prst="roundRect">
            <a:avLst>
              <a:gd name="adj" fmla="val 9231"/>
            </a:avLst>
          </a:prstGeom>
          <a:solidFill>
            <a:srgbClr val="EAF7F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92608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2BB6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solution :  </a:t>
            </a:r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 chercher le trafic, activement. Commence par les endroits gratuits que tu as déjà sous la main.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Jour 5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E38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-640080"/>
            <a:ext cx="2194560" cy="2194560"/>
          </a:xfrm>
          <a:prstGeom prst="ellipse">
            <a:avLst/>
          </a:prstGeom>
          <a:solidFill>
            <a:srgbClr val="5D6CDB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4023360"/>
            <a:ext cx="1554480" cy="1554480"/>
          </a:xfrm>
          <a:prstGeom prst="ellipse">
            <a:avLst/>
          </a:prstGeom>
          <a:solidFill>
            <a:srgbClr val="5D6CDB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 QUE TU SAIS MAINTENANT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502474"/>
            <a:ext cx="384048" cy="384048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0247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34440" y="1325880"/>
            <a:ext cx="7223760" cy="7372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sais que sans trafic, ton quiz reste une boutique vide.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40080" y="2239708"/>
            <a:ext cx="384048" cy="384048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2397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2063115"/>
            <a:ext cx="7223760" cy="7372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connais les 3 sources gratuites : ce que tu as, le public des autres, ton contenu.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40080" y="2976944"/>
            <a:ext cx="384048" cy="384048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976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34440" y="2800350"/>
            <a:ext cx="7223760" cy="7372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sais activer le partage pour débloquer : ton quiz se remplit tout seul.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640080" y="3714178"/>
            <a:ext cx="384048" cy="384048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71417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3537585"/>
            <a:ext cx="7223760" cy="7372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as 5 hacks concrets pour ramener un maximum de monde, gratuitement.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58368" y="44577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EAEC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peux déjà l'expliquer à quelqu'un qui n'y connaît rien.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E38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3291840"/>
            <a:ext cx="2377440" cy="2377440"/>
          </a:xfrm>
          <a:prstGeom prst="ellipse">
            <a:avLst/>
          </a:prstGeom>
          <a:solidFill>
            <a:srgbClr val="5D6CDB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PASSE À L'ÉCRAN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Coller ton lien et ton embed (page de remerciement, bio, signature), puis activer l'étape « partage pour débloquer » et y attacher ton bonus.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58368" y="3611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AEC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Je te montre en direct, suis pas à pas.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 mission du jour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07899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valides le quiz du jour pour débloquer le suivant.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853375"/>
            <a:ext cx="402336" cy="402336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53375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34440" y="1691640"/>
            <a:ext cx="726948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Mets ton lien à 3 endroits (dont ta page de remerciement)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40080" y="2579179"/>
            <a:ext cx="402336" cy="402336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57917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34440" y="2417445"/>
            <a:ext cx="726948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Active l'étape « partage pour débloquer » avec un vrai bonus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40080" y="3304985"/>
            <a:ext cx="402336" cy="402336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304985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34440" y="3143250"/>
            <a:ext cx="726948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Écris et publie ton premier post de recyclage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640080" y="4030789"/>
            <a:ext cx="402336" cy="402336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03078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34440" y="3869055"/>
            <a:ext cx="726948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Contacte 1 créateur pour un échange de quiz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Jour 5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2E38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-640080"/>
            <a:ext cx="2194560" cy="2194560"/>
          </a:xfrm>
          <a:prstGeom prst="ellipse">
            <a:avLst/>
          </a:prstGeom>
          <a:solidFill>
            <a:srgbClr val="5D6CDB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4023360"/>
            <a:ext cx="1554480" cy="1554480"/>
          </a:xfrm>
          <a:prstGeom prst="ellipse">
            <a:avLst/>
          </a:prstGeom>
          <a:solidFill>
            <a:srgbClr val="5D6CDB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801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BRAVO, JOUR 5 BOUCLÉ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7863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Demain : on transforme ces visiteurs en communauté qui revient et t'en ramène d'autres.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58368" y="4206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EC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  ·  Méthode CAPTO®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L'Atelier du Quiz - Jour 5</dc:title>
  <dc:subject>PptxGenJS Presentation</dc:subject>
  <dc:creator>L'Atelier du Quiz</dc:creator>
  <cp:lastModifiedBy>L'Atelier du Quiz</cp:lastModifiedBy>
  <cp:revision>1</cp:revision>
  <dcterms:created xsi:type="dcterms:W3CDTF">2026-06-19T12:22:20Z</dcterms:created>
  <dcterms:modified xsi:type="dcterms:W3CDTF">2026-06-19T12:22:20Z</dcterms:modified>
</cp:coreProperties>
</file>