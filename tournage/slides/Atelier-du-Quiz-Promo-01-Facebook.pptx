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· FACEBOOK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Promouvoir sur Facebook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réseau des groupes et des conversations : ta valeur attire, ton profil capte.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Facebook, et surtout ses groupes, pour amener un flux de visiteurs vers ton quiz.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marche Facebook aujourd'hui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groupes : ta plus grosse mine d'or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Quoi poster sur Facebook, et à quel rythme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hacks Facebook qui ramènent du trafic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Facebook n'est pas mort : tout se passe dans les groupes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Beaucoup croient Facebook fini. En réalité, les gens ont juste quitté le fil d'actualité pour les groupes, là où se passent les vraies conversations.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ces groupes, ta cible se réunit par centaines de milliers, par métier ou par passion, et pose tous les jours des questions précises.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exactement là que tu vas devenir la référence qui répond le mieux, et qui attire ces gens vers ton quiz.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Facebook décide de te montrer (ou pas)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Facebook montre en priorité ce qui crée de la conversation : un post qui récolte des commentaires est poussé, un lien sortant est freiné.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Donc tu écris pour faire réagir (questions, avis, vécu), et tu gardes ton lien hors du texte du post, en commentaire épinglé.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groupes ont une portée bien plus forte que ta page : un bon post dans un groupe actif touche plus de monde qu'un post sur ta page pro.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groupes Facebook : ta plus grosse mine d'or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Rejoins 3 à 5 groupes actifs de ta niche (regarde le nombre de posts par jour, pas seulement le nombre de membres).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règle : apporte une valeur énorme, et ne mets JAMAIS ton lien dans le groupe. Tu réponds aux questions comme un pro généreux.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gens impressionnés cliquent sur ton nom, arrivent sur ton profil, voient ton lien en bio, et entrent dans ton quiz. La curiosité fait le travail à ta place.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ton propre groupe (ta maison)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terme, ton propre groupe Facebook devient ta communauté à toi (revois le jour Communauté) : tu y règnes, tu y donnes les rendez-vous.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Filtre l'entrée avec une question d'accueil, et même ton quiz : « fais ce quiz pour qu'on t'accueille avec les bonnes ressources ».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groupe à toi, c'est une audience que Facebook ne peut pas t'enlever, et un vivier de futurs clients chauds.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Quoi poster sur Facebook, et à quel rythme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Formats qui marchent : le post-texte qui raconte une histoire vécue, la question ouverte, le carrousel d'images, et la vidéo courte native.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Rythme tenable : 3 à 5 posts par semaine sur ta page ou ton groupe, en alternant valeur, preuve, curiosité, et un peu de vente.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 quand ta cible est dispo (souvent tôt le matin, pause déj, début de soirée). Teste, regarde tes chiffres, ajuste.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 milliard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personnes utilisent les groupes Facebook chaque mois. Ta cible y est, en train de poser exactement les questions auxquelles tu sais répondre.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chiffres Meta sur les groupes Facebook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réflexes Facebook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sur les groupes : leur portée bat ta page pro.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les groupes des autres : valeur à fond, jamais de lien.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pour faire commenter, garde ton lien en commentaire épinglé.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ton propre groupe pour en faire ta communauté.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groupe Facebook à ton lead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réponds à fond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clique sur ton nom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voit ton profil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fait ton quiz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as un lead qualifié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n'as rien vendu. Tu as juste été le plus utile de la conversation.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réponse-référence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un groupe, tu repères LA question qui revient sans arrêt, et tu écris LA réponse la plus complète du groupe.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réponse exceptionnelle te positionne comme l'expert. Les gens te taguent dès que la question revient : tu deviens la référence du groupe.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coachs ont bâti tout leur business juste en étant « la personne qui répond le mieux » dans 2-3 groupes.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Repère la question récurrente de ta niche, et prépare une réponse en or que tu réutilises à chaque fois qu'elle revient.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réponse-référence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un groupe de solopreneurs, « comment trouver mes premiers clients ? » revient chaque semaine. Tu écris une réponse détaillée en 8 étapes. À chaque fois que la question revient, on te tague. Ton profil explose en visites.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post-débat qui fait du bruit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postes une question simple qui demande juste un choix ou un avis (« A ou B ? », « ça t'arrive aussi ? »).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sans effort à commenter, donc les gens répondent en masse. L'algo voit l'avalanche de commentaires et pousse ton post à fond.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pages qui cartonnent sur Facebook adorent les posts « débat léger » : engagement maximum pour un effort minimum.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fois par semaine, pose une question binaire ou un mini-débat lié à ta niche. Réponds à chaque commentaire.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post-débat qui fait du bruit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Pour capter des leads : quiz ou PDF gratuit ? Dis-moi en commentaire. » 60 personnes répondent et débattent. Ton post est vu par des milliers, et en commentaire épinglé : « Team quiz ? Voici le mien, lien juste là. 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live qui devient evergreen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fais un Facebook Live court (15 min) sur un sujet précis, puis tu le laisses en replay dans le groupe.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Facebook pousse fort les lives (notifs aux membres), et le replay continue de capter longtemps après. Double effet.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animateurs de gros groupes tiennent leur communauté par des lives réguliers attendus.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 un live court mensuel sur une question brûlante, et finis toujours par « le quiz pour aller plus loin est en commentaire ».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live qui devient evergreen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« les 3 erreurs qui tuent ton tunnel de vente ». 40 personnes en direct, des centaines en replay. À la fin : « pour savoir laquelle te concerne, fais le quiz, lien en commentaire. 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Débarquer dans les groupes et balancer ton lien de quiz partout. Tu te fais virer, et tu passes pour un spammeur.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Donne d'abord, énormément, sans lien. Laisse ton profil et ta bio capter les curieux. La patience paie bien plus que le spam.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Facebook vit dans ses groupes, plus que dans le fil.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y donner de la valeur sans vendre, et laisser ton profil capter.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écrire pour faire commenter, lien en commentaire épinglé.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qu'un groupe à toi devient ta communauté et ton vivier.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Rejoindre un groupe actif, écrire une réponse-référence, et placer ton lien de quiz en commentaire épinglé sur ton propre post.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Rejoins 3 groupes actifs de ta niche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une réponse-référence à LA question qui revient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 un mini-débat sur ta page ou ton groupe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Planifie la création de ton propre groupe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PROMO · FACEBOOK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Réseau suivant : Instagram, le règne de l'image et des stories.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2026-06-19T13:05:35Z</dcterms:created>
  <dcterms:modified xsi:type="dcterms:W3CDTF">2026-06-19T13:05:35Z</dcterms:modified>
</cp:coreProperties>
</file>