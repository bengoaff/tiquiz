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· INSTAGRAM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Promouvoir sur Instagram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réseau de l'image et des Reels : tu attires l'oeil, le lien en bio capte.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Instagram (Reels, stories, bio) pour amener un flux de visiteurs vers ton quiz.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Instagram aujourd'hui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Reels, stories, posts : qui sert à quoi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problème du lien, et comment le contourner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hacks Instagram qui ramènent du trafic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Instagram, on scrolle vite. Très vite.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Instagram, c'est l'image et la vidéo courte. Les gens scrollent à toute vitesse : tu as une seconde pour les arrêter.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réseau pousse énormément les Reels (vidéos courtes) pour exister face à TikTok : c'est ta plus grosse chance d'être vu par des inconnus.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piège : Instagram déteste qu'on sorte de l'appli. Ton trafic vers le quiz passe donc par des chemins précis, qu'on va voir.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3 formats d'Instagram (et leur rôle)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Reel (vidéo courte) : c'est ton aimant à NOUVEAUX abonnés. C'est lui qui te fait découvrir par des gens qui ne te connaissent pas.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story (24h) : c'est ta relation du quotidien avec ceux qui te suivent déjà. C'est là que tu mets tes liens et que tu fais cliquer.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post au feed (image, carrousel) : c'est ta vitrine qui reste, ta preuve de valeur quand on visite ton profil. Les trois jouent ensemble.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problème du lien, et comment le contourner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ne laisse pas de lien cliquable dans les posts du feed. Tu n'as qu'un seul lien : celui de ta bio.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Donc ton lien en bio (la page Systeme.io vers ton quiz) est ENCORE plus stratégique ici. Renvoie-y sans arrêt : « lien en bio ».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story, tu as le sticker lien : c'est le moyen n°1 de faire cliquer vers ton quiz. Utilise-le souvent, avec un appel clair.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Reels : ta porte d'entrée vers les inconnus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Reel doit accrocher dans la 1re seconde (une phrase choc, un mouvement, une question). Sinon on scrolle.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gagnant : un problème plus une astuce concrète en moins de 30 secondes, sous-titré (beaucoup regardent sans le son).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 par un appel : « le quiz pour savoir où tu en es est en bio ». Le Reel attire, la bio capte.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Quoi poster, et à quel rythme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Vise 3 à 5 Reels par semaine (c'est eux qui te font grossir), plus des stories quasi tous les jours pour entretenir le lien.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Alterne les angles : valeur (une astuce), preuve (un résultat), curiosité (« la plupart se trompent »), et de temps en temps la vente.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Réutilise : un Reel qui marche peut être reposté, découpé, ou transformé en carrousel. Ne pars pas de zéro à chaque fois.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milliards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d'utilisateurs actifs par mois sur Instagram. Un seul Reel qui marche peut te faire découvrir par des milliers d'inconnus, gratuitement.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chiffres Meta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réflexes Instagram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sur les Reels : c'est eux qui amènent de nouveaux abonnés.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Accroche dans la 1re seconde, et sous-titre toujours.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Renvoie sans cesse au lien en bio, et au sticker lien en story.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Stories quasi quotidiennes pour entretenir la relation.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Reel à ton lead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Reel l'arrête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visite ton profil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clique sur ta bio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fait ton quiz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devient un lead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Reel attire l'inconnu, la bio le transforme.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Reel qu'on a envie de partager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crées un Reel si utile qu'on a envie de l'enregistrer ou de l'envoyer à un ami (une astuce, une checklist, un avant/après).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pousse à fond ce qui est partagé et enregistré, encore plus que ce qui est liké. Un Reel partageable explose en portée.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comptes qui grossissent vite misent tout sur le « à sauvegarder » : listes, tutos express, erreurs à éviter.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chaque Reel, demande-toi : « est-ce qu'on a envie de l'envoyer à un pote ? ». Si non, retravaille-le.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Reel qu'on a envie de partager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« 5 idées de quiz pour capter des leads, sauvegarde-le ». Des centaines l'enregistrent et l'envoient. Instagram le pousse à des milliers d'inconnus, qui filent voir ta bio.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sticker question en story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poses une question à ton audience via le sticker question en story, puis tu réponds aux réponses en story.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 crée de la conversation, l'algo adore l'interaction story, et tu récoltes des idées de contenu et des objections.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l'outil chouchou des créateurs pour rester proches de leur audience et nourrir leurs contenus.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fois par semaine, pose une question liée à ton quiz (« ton plus gros blocage ? »), puis rebondis en story avec ton quiz.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sticker question en story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Sticker : « C'est quoi ton plus gros frein pour vendre ? ». 40 réponses. Tu réponds en story à chacune, puis : « pour savoir lequel te bloque vraiment, mon quiz est en bio » plus le sticker lien.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carrousel qui retient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fais un carrousel (plusieurs images à faire défiler) avec une idée par slide, et une promesse forte sur la 1re.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swipe est un signal d'intérêt pour l'algo, qui rallonge ton temps d'attention et pousse le post. Et ça démontre ton expertise.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carrousel est l'un des formats les plus enregistrés d'Instagram : parfait pour les contenus « guide ».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une astuce en carrousel de 6-8 slides, avec un appel au quiz sur la dernière, plus « lien en bio ».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carrousel qui retient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Carrousel « 7 erreurs qui tuent ton quiz ». Les gens swipent jusqu'au bout, l'enregistrent, et la dernière slide dit « teste ton quiz, lien en bio ». Portée et autorité d'un coup.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Poster de jolies photos sans accroche ni appel, et oublier de renvoyer vers ta bio. C'est joli, mais ça ne ramène personne sur ton quiz.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Accroche dès la 1re seconde, donne de la valeur, et termine TOUJOURS par où aller : « lien en bio », sticker lien en story.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les Reels te font découvrir, et que la bio capte.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accrocher en 1 seconde et sous-titrer tes vidéos.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contourner le problème du lien (bio plus sticker story).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créer du contenu qu'on partage et qu'on enregistre.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Mettre le sticker lien vers ton quiz dans une story, et soigner ton lien en bio Systeme.io.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Soigne ta bio et son lien vers le quiz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Publie 3 Reels avec accroche forte et appel à la bio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Pose une question en story avec le sticker, puis renvoie au quiz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une astuce en carrousel à enregistrer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PROMO · INSTAGRAM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Réseau suivant : LinkedIn, le réseau pro où l'autorité se construit.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2026-06-19T13:05:35Z</dcterms:created>
  <dcterms:modified xsi:type="dcterms:W3CDTF">2026-06-19T13:05:35Z</dcterms:modified>
</cp:coreProperties>
</file>