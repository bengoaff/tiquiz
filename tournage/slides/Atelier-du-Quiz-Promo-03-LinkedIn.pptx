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· LINKEDIN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Promouvoir sur LinkedIn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réseau pro où l'autorité se construit : tu enseignes, on te fait confiance.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LinkedIn pour bâtir ton autorité et amener des pros qualifiés vers ton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marche LinkedIn aujourd'hui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 texte qui fait autorité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poster, et à quel rythme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hacks LinkedIn qui ramènent du trafic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: moins de monde, mais des gens qui achètent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LinkedIn, c'est moins de volume qu'Instagram, mais une audience pro avec un budget et un vrai pouvoir de décision.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 vient pour apprendre et progresser dans son métier. Le contenu qui marche, c'est donc celui qui enseigne et fait réfléchir.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ta cible est pro (coachs, consultants, entrepreneurs), un seul bon post peut t'amener des leads bien plus qualifiés qu'ailleurs.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LinkedIn décide de te montrer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pousse le contenu qui retient et fait réagir : un post lu en entier et commenté est montré à beaucoup plus de monde.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format roi reste le post texte (ou texte plus image simple). Les vidéos et les carrousels PDF marchent aussi très bien.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 partout, ton lien sortant est freiné : tu le mets en premier commentaire, et tu écris ton post pour faire réfléchir et commenter.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post texte qui fait autorité (sa structure)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Ligne 1 : une accroche qui stoppe le scroll (un constat fort, un chiffre, une opinion tranchée). C'est elle qui décide si on lit la suite.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corps : une idée claire, aérée, des phrases courtes et des sauts de ligne. On lit LinkedIn en diagonale.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fin : une question ouverte pour lancer la discussion, et ton appel (« j'ai un quiz pour ça, lien en commentaire »).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Quoi poster sur LinkedIn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retour d'expérience : « voici ce que j'ai appris en faisant X ». L'histoire vécue marche très fort ici.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conseil actionnable : une méthode, une liste d'étapes, une erreur à éviter. Du concret, applicable tout de suite.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L'opinion argumentée : une prise de position sur ton métier (jamais politique), qui fait réagir et te distingue.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quel rythme, et quand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Vise 3 à 5 posts par semaine, en semaine surtout : LinkedIn est un réseau de jours ouvrés.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meilleurs créneaux : tôt le matin et en début de journée, quand les pros consultent avant de bosser.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Régularité avant tout : mieux vaut 3 posts par semaine réguliers que 10 d'un coup puis plus rien.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277 %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serait 277% plus efficace pour générer des leads que Facebook ou X, sur une cible pro. Le terrain le plus rentable pour le B2B.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étude HubSpot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réflexes LinkedIn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Soigne ta 1re ligne : elle décide si on lit ou si on scrolle.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aéré, phrases courtes, une seule idée par post.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Enseigne et fais réfléchir : expérience, conseil, opinion de métier.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Lien en premier commentaire, et finis par une question.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 post LinkedIn à ton lead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accroche stoppe le scroll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lit, on commente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visite ton profil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clique sur ton lien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fait ton quiz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LinkedIn, l'autorité se gagne au fil des posts, et elle vend toute seule.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commentaire qui devient post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repères un gros post dans ta niche et tu y laisses un commentaire si pertinent qu'il fait autorité tout seul.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 LinkedIn, un bon commentaire sous un post viral est vu par des milliers de pros. Beaucoup viennent ensuite voir ton profil.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 créateurs LinkedIn ont décollé juste en étant « le meilleur commentaire » sous les grosses voix de leur secteur.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Choisis 5 gros comptes de ton domaine, et commente avec une vraie valeur ajoutée dès qu'ils publient.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commentaire qui devient post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influenceur marketing poste sur la génération de leads. Tu ajoutes en commentaire ta méthode du quiz, en 5 lignes concrètes. 80 personnes likent ton commentaire, des dizaines visitent ton profil et ton quiz.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carrousel PDF qui démontre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publies un document (carrousel PDF) de quelques pages, une idée par page, façon mini-guide.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adore ce format : il retient longtemps (on fait défiler), ce qui booste ta portée, et il prouve ton expertise.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créateurs B2B en font une arme principale : un guide visuel qu'on enregistre et qu'on partage en interne.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une de tes méthodes en carrousel de 6-8 pages, avec un appel au quiz sur la dernière.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carrousel PDF qui démontre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Carrousel « Le tunnel de leads en 6 étapes ». Les gens le parcourent en entier, l'enregistrent, le partagent à leur équipe. Dernière page : « teste ton tunnel avec mon quiz, lien en commentaire. 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3/3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DM doux, pas le pitch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quelqu'un interagit avec tes posts, tu lui écris un message simple et humain, sans vendre.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vraie conversation crée une relation. Sur LinkedIn, les ventes naissent souvent en privé, après des échanges sincères.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meilleurs vendeurs LinkedIn ne pitchent jamais en premier : ils discutent, aident, et l'offre vient naturellement.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Aux gens qui commentent souvent, écris « content que ça t'ait parlé, tu bosses sur quoi en ce moment ? ». Et écoute.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DM doux, pas le pitch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consultante commente trois de tes posts. Tu la remercies et lui demandes son défi du moment. Elle te raconte, tu l'aides, puis tu lui proposes ton quiz pour y voir clair. Zéro pression, vraie relation.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Poster ton lien de quiz dans le texte avec « venez le faire ! », sans rien apprendre à personne. LinkedIn enterre le post, et personne ne clique.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Apporte une vraie leçon, soigne ton accroche, mets le lien en commentaire. L'autorité d'abord, le clic ensuite.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LinkedIn vise moins de monde, mais des pros qui achètent.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structurer un post : accroche, corps aéré, question finale.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quoi poster : expérience, conseil, opinion de métier.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bâtir ton autorité par les commentaires et les carrousels.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Écrire un post LinkedIn avec une accroche forte, et mettre ton lien de quiz en premier commentaire.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Réécris ta 1re ligne pour qu'elle stoppe le scroll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Publie un retour d'expérience cette semaine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Commente avec valeur sous 5 gros comptes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une méthode en carrousel PDF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Promo réseaux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PROMO · LINKEDIN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Réseau suivant : Reddit, le royaume des communautés de passionnés.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2026-06-19T13:05:35Z</dcterms:created>
  <dcterms:modified xsi:type="dcterms:W3CDTF">2026-06-19T13:05:35Z</dcterms:modified>
</cp:coreProperties>
</file>