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 · REDDIT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Promouvoir sur Reddit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royaume des communautés de passionnés : utile et honnête, ou dehors.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Reddit pour aider de vraies communautés et attirer un trafic ultra ciblé vers ton quiz.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marche Reddit (et ses règles)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Trouver les bons subreddits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Apporter de la valeur sans te faire bannir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hacks Reddit qui ramènent du trafic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 : la communauté la plus exigeante du web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Reddit, c'est des milliers de communautés (les « subreddits »), une par sujet, peuplées de passionnés très calés et très méfiants face à la pub.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moindre lien commercial balancé sans contexte se fait enterrer ou bannir en quelques minutes. Ici, la confiance se mérite.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bien joué, Reddit t'amène un trafic ultra qualifié : des gens hyper concernés par ton sujet, exactement ta cible de quiz.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marche Reddit, en clair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subreddit (ex : r/entrepreneur) a ses propres règles, son ton et ses modérateurs stricts. Tu lis les règles AVANT de poster.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contenus montent ou descendent selon les votes des membres (upvotes, downvotes). Ce qui est utile monte, ce qui sent la pub coule.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karma, c'est ta réputation chiffrée : tu en gagnes en étant utile. Sans karma ni historique, tes posts sont ignorés ou bloqués.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Trouver les bons subreddits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Cherche les subreddits de ta niche (ta thématique, ton métier, le problème que ton quiz résout) et regarde s'ils sont actifs.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Lis-les pendant quelques jours avant de poster : repère le ton, ce qui marche, et surtout les règles épinglées de chaque communauté.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Vise les subreddits où ta cible cherche des réponses, pas seulement les plus gros. Un petit subreddit ultra ciblé vaut de l'or.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Apporter de la valeur sans te faire bannir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Réponds aux questions avec des réponses longues, utiles, désintéressées. Tu donnes, tu ne vends pas, jamais en premier.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règle non écrite : donne 10 fois avant de mentionner quoi que ce soit à toi. Et même là, en contexte, pas en pub.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c'est vraiment pertinent et autorisé, tu peux partager ton quiz comme une ressource utile, en l'expliquant honnêtement.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bon contenu sur Reddit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partage d'expérience détaillé (« voici ce que j'ai testé, voici les résultats, sans filtre ») cartonne ici.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guide complet et honnête, qui ne cache pas les difficultés, gagne le respect de la communauté.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redditeurs détestent le marketing lisse : sois vraie, transparente, et même un peu brute. C'est ça qui passe.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100 000+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communautés actives sur Reddit, une pour presque chaque sujet imaginable. Ta cible y a forcément son repaire, déjà réuni pour toi.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chiffres Reddit sur les subreddits actifs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réflexes Reddit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 les règles de chaque subreddit avant de poster, sans exception.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Donne énormément, sans lien, pour gagner du karma et de la confiance.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Sois vraie et transparente : Reddit déteste le marketing lisse.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Partage ton quiz seulement quand c'est utile et autorisé.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 subreddit à ton lead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aides, vraiment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clique sur ton profil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voit ce que tu fais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fait ton quiz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Trafic ultra ciblé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Reddit, on récompense les généreux et on bannit les vendeurs.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post-étude de cas sans filtre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racontes une expérience concrète avec tes vrais chiffres et tes erreurs (« j'ai fait X, voici ce qui s'est passé »).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 adore la transparence brute. Un retour honnête et chiffré récolte des upvotes, monte, et te rend crédible d'un coup.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Beaucoup de posts Reddit devenus viraux sont des « voici ce que j'ai appris en testant... » sincères, sans vernis.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un retour d'expérience honnête lié à ton sujet, chiffres et ratés inclus, et mentionne ton quiz seulement si on te le demande.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post-étude de cas sans filtre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r/entrepreneur : « J'ai testé un quiz à la place de mon PDF gratuit pendant 30 jours, voici mes chiffres. » Tu montres tout. Le post monte, on te demande le quiz en commentaire, tu le donnes.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réponse experte dans les questions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repères les questions récurrentes des subreddits de ta niche et tu y réponds mieux que personne.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 réponses utiles te font gagner du karma et marquent les esprits. Les curieux cliquent sur ton profil pour voir qui tu 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experts se sont fait connaître entièrement via Reddit, juste en étant LA personne qui répond le mieux dans leur subreddit.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Filtre les questions de ton subreddit cible et réponds à fond à une par jour, sans jamais coller ton lien d'office.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réponse experte dans les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Quelqu'un demande « comment qualifier mes leads ? » dans r/marketing. Tu écris une réponse en or sur le diagnostic par quiz. On upvote, on visite ton profil, certains arrivent sur ton quiz.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L'AMA mini (demande-moi tout)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tu as assez de crédibilité, tu proposes une session « posez-moi vos questions » sur ton domaine.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un format adoré sur Reddit : tu offres ton expertise gratuitement, et tu deviens une figure du subreddit.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AMA (Ask Me Anything) sont une institution de Reddit, et un accélérateur de notoriété puissant.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Après avoir aidé un moment dans un subreddit, propose une session questions-réponses sur ton sujet (avec accord des modos).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L'AMA mini (demande-moi tout)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Je capte des leads avec des quiz depuis 2 ans, AMA. » Des dizaines de questions, tu réponds à fond, et en fin de session tu glisses « si vous voulez tester, voici mon quiz ». Trafic chaud et respect gagné.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Poster ton lien de quiz dans 10 subreddits le même jour. Tu te fais downvoter, signaler et bannir en un temps record.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 les règles, donne sans compter, gagne ta crédibilité. Sur Reddit, on n'entre pas en vendant, on entre en aidant.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Reddit est exigeant, et qu'on y mérite la confiance.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trouver et lire les bons subreddits avant de poster.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donner sans vendre, et rester vraie et transparente.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partager ton quiz seulement quand c'est utile et autorisé.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Repérer un subreddit actif de ta niche, lire ses règles, et écrire une réponse experte sans lien.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Trouve 3 subreddits actifs de ta niche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 leurs règles épinglées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une réponse experte à une question, sans lien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Prépare un retour d'expérience honnête à publier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PROMO · REDDIT TERMINÉ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Réseau suivant : Threads, le fil de conversation qui monte vite.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undefined</dc:title>
  <dc:subject>PptxGenJS Presentation</dc:subject>
  <dc:creator>L'Atelier du Quiz</dc:creator>
  <cp:lastModifiedBy>L'Atelier du Quiz</cp:lastModifiedBy>
  <cp:revision>1</cp:revision>
  <dcterms:created xsi:type="dcterms:W3CDTF">2026-06-19T13:05:35Z</dcterms:created>
  <dcterms:modified xsi:type="dcterms:W3CDTF">2026-06-19T13:05:35Z</dcterms:modified>
</cp:coreProperties>
</file>