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· THREADS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Promouvoir sur Threads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réseau de la conversation légère : on y rebondit, on y discute, ça va vite.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Threads pour créer de la conversation et amener des curieux vers ton quiz.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marche Threads aujourd'hui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bon ton sur Threads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Quoi poster, et à quel rythme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hacks Threads qui ramènent du trafic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Threads : le petit nouveau qui pousse fort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Threads, c'est le réseau de conversation de Meta, lié à ton compte Instagram. Tout en texte court, léger, spontané.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est jeune, donc la portée gratuite y est encore généreuse : un bon post peut toucher beaucoup de monde sans que tu sois connue.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moment d'en profiter : ce qui est dur à obtenir sur Instagram (être vue par des inconnus) est encore facile ici.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marche Threads, en clair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y poste des messages courts. Ce qui marche : les phrases qui font réagir, les questions, les avis, les petites histoires.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L'algo pousse fort ce qui déclenche des réponses : Threads est conçu pour la discussion, pas pour le monologue.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Avantage clé : il est relié à Instagram. Ton audience Instagram peut te retrouver ici, et ton lien en bio y est aussi accessible.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bon ton sur Threads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Threads est décontracté : on y parle comme à des potes, pas comme dans un communiqué. Sois humaine, légère, directe.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formats qui marchent : la question ouverte, l'opinion qui pique gentiment, la petite anecdote, l'avis tranché de ta niche.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enchaîner plusieurs messages (un fil) pour développer une idée. Le 1er message doit donner envie de lire la suite.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Quoi poster, et à quel rythme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Threads récompense la fréquence : tu peux poster plusieurs fois par jour sans saturer, contrairement à d'autres réseaux.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Alterne : des questions à ta communauté, des micro-conseils, des réactions à l'actu de ta niche, et de temps en temps ton quiz.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Réponds beaucoup, aux autres comme à toi : Threads est avant tout un réseau de conversation, pas de diffusion.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Faire le pont vers ton quiz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n'abuses pas des liens (l'algo les freine), mais tu peux en glisser un dans un fil, en contexte, quand c'est utile.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réflexe : crée la curiosité en plusieurs messages, puis « le quiz qui te dit où tu en es est dans ma bio ».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profil Threads renvoie à ton Instagram et à ton lien : soigne-les, c'est ta porte de sortie vers le quiz.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millions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d'utilisateurs actifs par jour sur Threads, et le réseau grandit vite. La portée gratuite y est encore facile à obtenir : profites-en maintenant.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chiffres Meta sur Threads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réflexes Threads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Profite de la portée généreuse du réseau, tant qu'elle dure.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Parle léger et humain, comme à des potes, pas en mode pro guindé.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 souvent et réponds beaucoup : c'est un réseau de conversation.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la curiosité, puis renvoie au quiz via ta bio ou en contexte.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fil Threads à ton lead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lances une discussion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gens répondent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visite ton profil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suit ton lien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fait ton quiz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Threads récompense ceux qui font parler, pas ceux qui se contentent de diffuser.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L'avis tranché qui lance le débat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postes une opinion un peu tranchée (mais pas méchante) sur ta niche, qui pousse les gens à réagir.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opinion claire déclenche des réponses, et l'algo de Threads adore ça : il pousse les posts qui font discuter.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comptes qui montent vite sur Threads assument des avis nets : ça crée la conversation et ça fait grossir.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fois par jour, ose une opinion franche sur ton domaine, et reste présente pour répondre aux réactions.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L'avis tranché qui lance le débat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Les PDF gratuits ne captent plus personne en 2026. Le quiz a tout remplacé. Pas d'accord ? » Les réponses pleuvent, le post monte, et beaucoup vont voir ton profil et ton quiz.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fil qui raconte une histoire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déroules une petite histoire ou une méthode en plusieurs messages enchaînés (un fil).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message relance l'attention, les gens lisent jusqu'au bout, et le format « à suivre » crée de l'engagement.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storytelling en fil est l'arme des gros comptes texte : on commence, on ne peut plus s'arrêter.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 une leçon en fil de 4-5 messages, et termine par ton quiz comme « la suite logique ».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fil qui raconte une histoire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 : « Comment j'ai capté 1000 leads avec un seul quiz. 1/ Au début je galérais... » Les gens lisent tout le fil. Dernier message : « si tu veux le même résultat, teste ton sujet, lien juste là. 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rebond malin sur les autres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réponds aux posts des gros comptes de ta niche avec une remarque drôle ou ultra utile.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Threads, les réponses sont très visibles. Une bonne réponse sous un gros post te fait découvrir par toute son audience.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la façon la plus rapide de se faire connaître sur un jeune réseau : se greffer aux conversations qui marchent déjà.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Suis 5 gros comptes de ta niche, et sois parmi les premières à répondre avec quelque chose de mémorable.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rebond malin sur les autres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gros compte poste « le marketing en 2026, c'est quoi pour vous ? ». Tu réponds une phrase percutante sur les quiz. Des centaines voient ta réponse, beaucoup cliquent sur ton profil.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Recopier tes posts LinkedIn guindés sur Threads, ou juste balancer ton lien. Le ton ne colle pas, et personne ne répond.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Parle léger et humain, lance des conversations, réponds aux gens. Le clic vient après la discussion, pas avant.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Threads offre encore une portée gratuite généreuse.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y parler léger et humain, pour lancer des conversations.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poster souvent et rebondir sur les gros comptes.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créer la curiosité puis renvoyer au quiz en contexte.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un fil Threads qui raconte une histoire, et renvoyer vers ton quiz au dernier message.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 ton Threads à ton Instagram et soigne ta bio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 un avis tranché sur ta niche aujourd'hui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Déroule un fil qui raconte une histoire vers ton quiz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Rebondis sous 5 gros comptes de ton domaine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PROMO · THREADS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Dernier de cette série : X, le réseau du temps réel et des fils viraux.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2026-06-19T13:05:35Z</dcterms:created>
  <dcterms:modified xsi:type="dcterms:W3CDTF">2026-06-19T13:05:35Z</dcterms:modified>
</cp:coreProperties>
</file>