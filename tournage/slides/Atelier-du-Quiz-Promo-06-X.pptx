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du temps réel et des fils viraux : rapidité, punch, et valeur condensée.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X (anciennement Twitter) pour gagner en visibilité vite et amener du trafic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X aujourd'hui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tweet qui accroche, le fil qui retient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X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: tout va vite, et tout peut exploser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(ex-Twitter), c'est le temps réel : ça défile très vite, mais un bon contenu peut devenir viral en quelques heures.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réseau du texte court et percutant, des fils (threads) qui enseignent, et des conversations qui s'enflamment.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 utilisé, X te fait gagner en visibilité et en autorité très vite, et amène un trafic curieux vers ton quiz.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X, en clair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L'algo pousse ce qui crée de l'engagement vite (réponses, reposts, citations). Les premières minutes d'un tweet sont décisives.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armes : le tweet unique percutant (une idée forte en une phrase), et le fil (thread) qui déroule une méthode complète.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 ailleurs, le lien sortant freine la portée. Tu le mets en réponse à ton propre tweet, pas dans le tweet principal.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tweet qui accroche, le fil qui retient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tweet unique : une idée tranchée, un chiffre, une vérité utile, en une ou deux phrases. Court, dense, mémorable.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fil : tu annonces une promesse forte au 1er tweet (« Voici comment X en 7 étapes »), puis une étape par tweet.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dernier tweet du fil : un récap, et ton appel (« je t'ai fait un quiz pour ça, c'est juste en dessous »).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récompense le volume : plusieurs tweets par jour est normal ici, contrairement à LinkedIn ou Instagram.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Alterne : tweets-punch (une idée forte), fils (un guide), réponses aux autres, et de temps en temps ton quiz.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Réutilise ce qui marche : un tweet qui a bien tourné peut être reposté plus tard, ou développé en fil complet.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le pont vers ton quiz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mets jamais ton lien dans le tweet principal : mets-le en réponse à ton propre tweet (le « self-reply »).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d'abord la curiosité ou donne de la valeur, puis : « le quiz pour passer à l'action est en réponse ».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profil (bio plus tweet épinglé) doit mener à ton quiz : un tweet viral ramène des milliers de visites sur ton profil.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durée de vie moyenne d'un tweet dans le fil. D'où l'intérêt de poster souvent, et de miser sur les fils qui, eux, durent.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: durée de vie très courte d'un tweet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Sois courte et percutante : une idée forte par tweet.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sur les fils pour enseigner et durer dans le temps.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 souvent : la durée de vie d'un tweet est très courte.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en réponse à ton tweet, jamais dans le tweet principal.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tweet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tweet accroche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lit ton fil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visite ton profil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suit ton lien épinglé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 ton quiz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X, un seul fil viral peut t'amener plus de trafic qu'un mois de posts ailleurs.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fil-guide ultra concret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transformes une méthode en fil : une promesse au début, une étape claire par tweet, un récap à la fin.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fils utiles sont massivement repartagés et enregistrés sur X. Un bon fil peut tourner pendant des mois.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gros comptes X ont quasi tous percé grâce à un ou deux fils devenus viraux dans leur niche.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Prends ta meilleure méthode, découpe-la en 6-8 tweets clairs, et finis par ton quiz en réponse.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fil-guide ultra concret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 « Comment capter 100 leads par semaine avec un quiz (7 étapes) ». Chaque tweet est une étape. Il est reposté des centaines de fois. Dernier tweet : « le quiz pour démarrer est en réponse.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tweet-opinion qui fait réagir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postes une opinion forte et claire sur ta niche, qui pousse les gens à répondre ou à citer.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adore les prises de position : elles déclenchent réponses et citations, et l'algo pousse ce qui fait débat.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comptes qui montent vite sur X assument des avis nets et les défendent dans les réponses.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une opinion franche (jamais politique) sur ton domaine, et reste présente pour discuter dans les réponses.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tweet-opinion qui fait réagir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 PDF gratuit est mort. En 2026, c'est quiz ou rien. » Des dizaines de citations et réponses. Le tweet monte, ton profil explose, et ton quiz épinglé récolte les curieux.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self-reply qui capture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postes ton tweet de valeur sans lien, puis tu réponds à ton propre tweet avec le lien de ton quiz.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 garde la portée maximale du tweet principal (pas de lien sortant), tout en offrant le clic à ceux qui veulent aller plus loin.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technique standard des pros de X : le contenu en haut, l'appel à l'action en réponse juste en dessous.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tweet ou fil qui marche, ajoute en réponse : « tu veux aller plus loin ? Mon quiz est là. »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self-reply qui capture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tweet « les 3 signes que ton offre ne convertit pas » cartonne. En réponse, tu ajoutes : « pour savoir lequel te concerne, fais le quiz. » Portée intacte, et les intéressés cliquent.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Balancer ton lien de quiz dans chaque tweet principal, sans valeur autour. X enterre la portée, et le fil défile dans le vide.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de la valeur dans le tweet, mets le lien en réponse, et poste souvent. Sur X, c'est le volume utile qui gagne.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sur X tout va vite, et qu'un bon contenu peut exploser.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faire des tweets-punch et des fils qui enseignent.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poster souvent, car un tweet a une vie très courte.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capturer avec le lien en réponse (self-reply).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Publier un fil X qui enseigne une méthode, et mettre ton lien de quiz en réponse au fil.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Soigne ta bio et épingle un tweet qui mène à ton quiz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 tweet-opinion fort sur ta niche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 un fil-guide de 6-8 tweets vers ton quiz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Ajoute ton lien en réponse à tes tweets qui marchent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X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maintenant un guide pour chaque réseau majeur. À toi de choisir le tien et de t'y tenir.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